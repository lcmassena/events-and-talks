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66" r:id="rId3"/>
    <p:sldId id="257" r:id="rId4"/>
    <p:sldId id="258" r:id="rId5"/>
    <p:sldId id="259" r:id="rId6"/>
    <p:sldId id="267" r:id="rId7"/>
    <p:sldId id="261" r:id="rId8"/>
    <p:sldId id="268" r:id="rId9"/>
    <p:sldId id="270" r:id="rId10"/>
    <p:sldId id="272" r:id="rId11"/>
    <p:sldId id="280" r:id="rId12"/>
    <p:sldId id="281" r:id="rId13"/>
    <p:sldId id="275" r:id="rId14"/>
    <p:sldId id="276" r:id="rId15"/>
    <p:sldId id="277" r:id="rId16"/>
    <p:sldId id="269" r:id="rId17"/>
    <p:sldId id="278" r:id="rId18"/>
    <p:sldId id="279" r:id="rId19"/>
    <p:sldId id="284" r:id="rId20"/>
    <p:sldId id="285" r:id="rId21"/>
    <p:sldId id="286" r:id="rId22"/>
    <p:sldId id="287" r:id="rId23"/>
    <p:sldId id="288" r:id="rId24"/>
    <p:sldId id="282" r:id="rId25"/>
    <p:sldId id="289" r:id="rId26"/>
    <p:sldId id="290" r:id="rId27"/>
    <p:sldId id="313" r:id="rId28"/>
    <p:sldId id="301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292" r:id="rId38"/>
    <p:sldId id="291" r:id="rId39"/>
    <p:sldId id="293" r:id="rId40"/>
    <p:sldId id="312" r:id="rId41"/>
    <p:sldId id="295" r:id="rId42"/>
    <p:sldId id="296" r:id="rId43"/>
    <p:sldId id="297" r:id="rId44"/>
    <p:sldId id="314" r:id="rId45"/>
  </p:sldIdLst>
  <p:sldSz cx="18288000" cy="10287000"/>
  <p:notesSz cx="10287000" cy="18288000"/>
  <p:embeddedFontLst>
    <p:embeddedFont>
      <p:font typeface="Maven Pro Black" panose="020B0604020202020204" charset="0"/>
      <p:bold r:id="rId47"/>
    </p:embeddedFont>
    <p:embeddedFont>
      <p:font typeface="Maven Pro Medium" panose="020B0604020202020204" charset="0"/>
      <p:regular r:id="rId48"/>
    </p:embeddedFont>
    <p:embeddedFont>
      <p:font typeface="Maven Pro Regular" panose="020B0604020202020204" charset="0"/>
      <p:regular r:id="rId49"/>
      <p:bold r:id="rId50"/>
      <p:italic r:id="rId51"/>
    </p:embeddedFont>
    <p:embeddedFont>
      <p:font typeface="Open Sans" panose="020B0606030504020204" pitchFamily="34" charset="0"/>
      <p:regular r:id="rId52"/>
      <p:bold r:id="rId53"/>
      <p:italic r:id="rId54"/>
      <p:boldItalic r:id="rId55"/>
    </p:embeddedFont>
    <p:embeddedFont>
      <p:font typeface="Open Sans Semibold" panose="020B0706030804020204" pitchFamily="34" charset="0"/>
      <p:bold r:id="rId56"/>
      <p:boldItalic r:id="rId5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F3060C-0E87-4846-A609-DC956787915F}">
          <p14:sldIdLst>
            <p14:sldId id="256"/>
            <p14:sldId id="266"/>
            <p14:sldId id="257"/>
            <p14:sldId id="258"/>
            <p14:sldId id="259"/>
            <p14:sldId id="267"/>
            <p14:sldId id="261"/>
            <p14:sldId id="268"/>
            <p14:sldId id="270"/>
            <p14:sldId id="272"/>
            <p14:sldId id="280"/>
            <p14:sldId id="281"/>
            <p14:sldId id="275"/>
            <p14:sldId id="276"/>
            <p14:sldId id="277"/>
            <p14:sldId id="269"/>
            <p14:sldId id="278"/>
            <p14:sldId id="279"/>
            <p14:sldId id="284"/>
            <p14:sldId id="285"/>
            <p14:sldId id="286"/>
            <p14:sldId id="287"/>
            <p14:sldId id="288"/>
            <p14:sldId id="282"/>
            <p14:sldId id="289"/>
            <p14:sldId id="290"/>
          </p14:sldIdLst>
        </p14:section>
        <p14:section name="Do legado ao ED" id="{F4900FD1-4A02-4DE1-9BE0-DCAD1BE6F488}">
          <p14:sldIdLst>
            <p14:sldId id="313"/>
            <p14:sldId id="301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292"/>
            <p14:sldId id="291"/>
            <p14:sldId id="293"/>
            <p14:sldId id="312"/>
            <p14:sldId id="295"/>
            <p14:sldId id="296"/>
            <p14:sldId id="297"/>
          </p14:sldIdLst>
        </p14:section>
        <p14:section name="Closing" id="{D917F268-DA2B-4F28-A43E-E596EFE03AD8}">
          <p14:sldIdLst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FF"/>
    <a:srgbClr val="364459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F052D-416E-47C0-A7CF-424104740A84}" v="17" dt="2025-12-10T00:01:48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86441" autoAdjust="0"/>
  </p:normalViewPr>
  <p:slideViewPr>
    <p:cSldViewPr snapToGrid="0" snapToObjects="1">
      <p:cViewPr varScale="1">
        <p:scale>
          <a:sx n="64" d="100"/>
          <a:sy n="64" d="100"/>
        </p:scale>
        <p:origin x="4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assena" userId="c960694c378a3271" providerId="LiveId" clId="{BF54E404-9FD7-4857-B1EE-D455E4E91BFB}"/>
    <pc:docChg chg="undo custSel addSld delSld modSld sldOrd addSection modSection">
      <pc:chgData name="Lucas Massena" userId="c960694c378a3271" providerId="LiveId" clId="{BF54E404-9FD7-4857-B1EE-D455E4E91BFB}" dt="2025-12-10T00:01:48.506" v="211"/>
      <pc:docMkLst>
        <pc:docMk/>
      </pc:docMkLst>
      <pc:sldChg chg="delSp modSp mod">
        <pc:chgData name="Lucas Massena" userId="c960694c378a3271" providerId="LiveId" clId="{BF54E404-9FD7-4857-B1EE-D455E4E91BFB}" dt="2025-12-10T00:00:39.124" v="208" actId="1076"/>
        <pc:sldMkLst>
          <pc:docMk/>
          <pc:sldMk cId="0" sldId="256"/>
        </pc:sldMkLst>
        <pc:spChg chg="del">
          <ac:chgData name="Lucas Massena" userId="c960694c378a3271" providerId="LiveId" clId="{BF54E404-9FD7-4857-B1EE-D455E4E91BFB}" dt="2025-12-09T22:44:34.447" v="51" actId="478"/>
          <ac:spMkLst>
            <pc:docMk/>
            <pc:sldMk cId="0" sldId="256"/>
            <ac:spMk id="8" creationId="{00000000-0000-0000-0000-000000000000}"/>
          </ac:spMkLst>
        </pc:spChg>
        <pc:picChg chg="mod">
          <ac:chgData name="Lucas Massena" userId="c960694c378a3271" providerId="LiveId" clId="{BF54E404-9FD7-4857-B1EE-D455E4E91BFB}" dt="2025-12-10T00:00:39.124" v="208" actId="1076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4:33.158" v="50" actId="478"/>
          <ac:picMkLst>
            <pc:docMk/>
            <pc:sldMk cId="0" sldId="256"/>
            <ac:picMk id="4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4:34.447" v="51" actId="478"/>
          <ac:picMkLst>
            <pc:docMk/>
            <pc:sldMk cId="0" sldId="256"/>
            <ac:picMk id="5" creationId="{00000000-0000-0000-0000-000000000000}"/>
          </ac:picMkLst>
        </pc:picChg>
      </pc:sldChg>
      <pc:sldChg chg="delSp mod">
        <pc:chgData name="Lucas Massena" userId="c960694c378a3271" providerId="LiveId" clId="{BF54E404-9FD7-4857-B1EE-D455E4E91BFB}" dt="2025-12-09T22:44:53.614" v="58" actId="478"/>
        <pc:sldMkLst>
          <pc:docMk/>
          <pc:sldMk cId="0" sldId="257"/>
        </pc:sldMkLst>
        <pc:spChg chg="del">
          <ac:chgData name="Lucas Massena" userId="c960694c378a3271" providerId="LiveId" clId="{BF54E404-9FD7-4857-B1EE-D455E4E91BFB}" dt="2025-12-09T22:44:53.614" v="58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Lucas Massena" userId="c960694c378a3271" providerId="LiveId" clId="{BF54E404-9FD7-4857-B1EE-D455E4E91BFB}" dt="2025-12-09T22:44:50.461" v="57" actId="478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Lucas Massena" userId="c960694c378a3271" providerId="LiveId" clId="{BF54E404-9FD7-4857-B1EE-D455E4E91BFB}" dt="2025-12-09T22:44:46.663" v="55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4:47.295" v="56" actId="478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4:50.461" v="57" actId="478"/>
          <ac:picMkLst>
            <pc:docMk/>
            <pc:sldMk cId="0" sldId="257"/>
            <ac:picMk id="6" creationId="{00000000-0000-0000-0000-000000000000}"/>
          </ac:picMkLst>
        </pc:picChg>
      </pc:sldChg>
      <pc:sldChg chg="delSp mod">
        <pc:chgData name="Lucas Massena" userId="c960694c378a3271" providerId="LiveId" clId="{BF54E404-9FD7-4857-B1EE-D455E4E91BFB}" dt="2025-12-09T22:45:00.663" v="62" actId="478"/>
        <pc:sldMkLst>
          <pc:docMk/>
          <pc:sldMk cId="0" sldId="258"/>
        </pc:sldMkLst>
        <pc:spChg chg="del">
          <ac:chgData name="Lucas Massena" userId="c960694c378a3271" providerId="LiveId" clId="{BF54E404-9FD7-4857-B1EE-D455E4E91BFB}" dt="2025-12-09T22:45:00.663" v="62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Lucas Massena" userId="c960694c378a3271" providerId="LiveId" clId="{BF54E404-9FD7-4857-B1EE-D455E4E91BFB}" dt="2025-12-09T22:44:59.208" v="61" actId="478"/>
          <ac:spMkLst>
            <pc:docMk/>
            <pc:sldMk cId="0" sldId="258"/>
            <ac:spMk id="10" creationId="{00000000-0000-0000-0000-000000000000}"/>
          </ac:spMkLst>
        </pc:spChg>
        <pc:picChg chg="del">
          <ac:chgData name="Lucas Massena" userId="c960694c378a3271" providerId="LiveId" clId="{BF54E404-9FD7-4857-B1EE-D455E4E91BFB}" dt="2025-12-09T22:44:57.208" v="60" actId="478"/>
          <ac:picMkLst>
            <pc:docMk/>
            <pc:sldMk cId="0" sldId="258"/>
            <ac:picMk id="3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4:56.719" v="59" actId="47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4:59.208" v="61" actId="478"/>
          <ac:picMkLst>
            <pc:docMk/>
            <pc:sldMk cId="0" sldId="258"/>
            <ac:picMk id="5" creationId="{00000000-0000-0000-0000-000000000000}"/>
          </ac:picMkLst>
        </pc:picChg>
      </pc:sldChg>
      <pc:sldChg chg="delSp mod">
        <pc:chgData name="Lucas Massena" userId="c960694c378a3271" providerId="LiveId" clId="{BF54E404-9FD7-4857-B1EE-D455E4E91BFB}" dt="2025-12-09T22:45:05.897" v="65" actId="478"/>
        <pc:sldMkLst>
          <pc:docMk/>
          <pc:sldMk cId="0" sldId="259"/>
        </pc:sldMkLst>
        <pc:spChg chg="del">
          <ac:chgData name="Lucas Massena" userId="c960694c378a3271" providerId="LiveId" clId="{BF54E404-9FD7-4857-B1EE-D455E4E91BFB}" dt="2025-12-09T22:45:05.897" v="65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Lucas Massena" userId="c960694c378a3271" providerId="LiveId" clId="{BF54E404-9FD7-4857-B1EE-D455E4E91BFB}" dt="2025-12-09T22:45:04.365" v="64" actId="478"/>
          <ac:spMkLst>
            <pc:docMk/>
            <pc:sldMk cId="0" sldId="259"/>
            <ac:spMk id="9" creationId="{00000000-0000-0000-0000-000000000000}"/>
          </ac:spMkLst>
        </pc:spChg>
        <pc:picChg chg="del">
          <ac:chgData name="Lucas Massena" userId="c960694c378a3271" providerId="LiveId" clId="{BF54E404-9FD7-4857-B1EE-D455E4E91BFB}" dt="2025-12-09T22:45:02.931" v="63" actId="478"/>
          <ac:picMkLst>
            <pc:docMk/>
            <pc:sldMk cId="0" sldId="259"/>
            <ac:picMk id="2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5:04.365" v="64" actId="478"/>
          <ac:picMkLst>
            <pc:docMk/>
            <pc:sldMk cId="0" sldId="259"/>
            <ac:picMk id="3" creationId="{00000000-0000-0000-0000-000000000000}"/>
          </ac:picMkLst>
        </pc:picChg>
      </pc:sldChg>
      <pc:sldChg chg="delSp mod">
        <pc:chgData name="Lucas Massena" userId="c960694c378a3271" providerId="LiveId" clId="{BF54E404-9FD7-4857-B1EE-D455E4E91BFB}" dt="2025-12-09T22:45:25.189" v="77" actId="478"/>
        <pc:sldMkLst>
          <pc:docMk/>
          <pc:sldMk cId="0" sldId="261"/>
        </pc:sldMkLst>
        <pc:spChg chg="del">
          <ac:chgData name="Lucas Massena" userId="c960694c378a3271" providerId="LiveId" clId="{BF54E404-9FD7-4857-B1EE-D455E4E91BFB}" dt="2025-12-09T22:45:25.189" v="77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Lucas Massena" userId="c960694c378a3271" providerId="LiveId" clId="{BF54E404-9FD7-4857-B1EE-D455E4E91BFB}" dt="2025-12-09T22:45:23.230" v="75" actId="478"/>
          <ac:spMkLst>
            <pc:docMk/>
            <pc:sldMk cId="0" sldId="261"/>
            <ac:spMk id="11" creationId="{00000000-0000-0000-0000-000000000000}"/>
          </ac:spMkLst>
        </pc:spChg>
        <pc:picChg chg="del">
          <ac:chgData name="Lucas Massena" userId="c960694c378a3271" providerId="LiveId" clId="{BF54E404-9FD7-4857-B1EE-D455E4E91BFB}" dt="2025-12-09T22:45:19.537" v="74" actId="478"/>
          <ac:picMkLst>
            <pc:docMk/>
            <pc:sldMk cId="0" sldId="261"/>
            <ac:picMk id="2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5:19.537" v="74" actId="478"/>
          <ac:picMkLst>
            <pc:docMk/>
            <pc:sldMk cId="0" sldId="261"/>
            <ac:picMk id="3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45:23.873" v="76" actId="478"/>
          <ac:picMkLst>
            <pc:docMk/>
            <pc:sldMk cId="0" sldId="261"/>
            <ac:picMk id="4" creationId="{00000000-0000-0000-0000-000000000000}"/>
          </ac:picMkLst>
        </pc:picChg>
      </pc:sldChg>
      <pc:sldChg chg="del">
        <pc:chgData name="Lucas Massena" userId="c960694c378a3271" providerId="LiveId" clId="{BF54E404-9FD7-4857-B1EE-D455E4E91BFB}" dt="2025-12-09T22:51:58.206" v="203" actId="47"/>
        <pc:sldMkLst>
          <pc:docMk/>
          <pc:sldMk cId="0" sldId="263"/>
        </pc:sldMkLst>
      </pc:sldChg>
      <pc:sldChg chg="del mod modShow">
        <pc:chgData name="Lucas Massena" userId="c960694c378a3271" providerId="LiveId" clId="{BF54E404-9FD7-4857-B1EE-D455E4E91BFB}" dt="2025-12-09T23:17:40.089" v="207" actId="2696"/>
        <pc:sldMkLst>
          <pc:docMk/>
          <pc:sldMk cId="2639323165" sldId="265"/>
        </pc:sldMkLst>
      </pc:sldChg>
      <pc:sldChg chg="delSp mod">
        <pc:chgData name="Lucas Massena" userId="c960694c378a3271" providerId="LiveId" clId="{BF54E404-9FD7-4857-B1EE-D455E4E91BFB}" dt="2025-12-09T22:44:41.774" v="54" actId="478"/>
        <pc:sldMkLst>
          <pc:docMk/>
          <pc:sldMk cId="780830813" sldId="266"/>
        </pc:sldMkLst>
        <pc:picChg chg="del">
          <ac:chgData name="Lucas Massena" userId="c960694c378a3271" providerId="LiveId" clId="{BF54E404-9FD7-4857-B1EE-D455E4E91BFB}" dt="2025-12-09T22:44:40.694" v="53" actId="478"/>
          <ac:picMkLst>
            <pc:docMk/>
            <pc:sldMk cId="780830813" sldId="266"/>
            <ac:picMk id="3" creationId="{380D46E2-7F78-1C01-3E85-453357A2A0F9}"/>
          </ac:picMkLst>
        </pc:picChg>
        <pc:picChg chg="del">
          <ac:chgData name="Lucas Massena" userId="c960694c378a3271" providerId="LiveId" clId="{BF54E404-9FD7-4857-B1EE-D455E4E91BFB}" dt="2025-12-09T22:44:41.774" v="54" actId="478"/>
          <ac:picMkLst>
            <pc:docMk/>
            <pc:sldMk cId="780830813" sldId="266"/>
            <ac:picMk id="4" creationId="{EE7A8A0A-9C00-F27A-761C-0A2F9BB8AFC9}"/>
          </ac:picMkLst>
        </pc:picChg>
      </pc:sldChg>
      <pc:sldChg chg="addSp delSp modSp mod">
        <pc:chgData name="Lucas Massena" userId="c960694c378a3271" providerId="LiveId" clId="{BF54E404-9FD7-4857-B1EE-D455E4E91BFB}" dt="2025-12-09T22:45:15.757" v="73" actId="478"/>
        <pc:sldMkLst>
          <pc:docMk/>
          <pc:sldMk cId="2562307877" sldId="267"/>
        </pc:sldMkLst>
        <pc:spChg chg="del">
          <ac:chgData name="Lucas Massena" userId="c960694c378a3271" providerId="LiveId" clId="{BF54E404-9FD7-4857-B1EE-D455E4E91BFB}" dt="2025-12-09T22:45:15.757" v="73" actId="478"/>
          <ac:spMkLst>
            <pc:docMk/>
            <pc:sldMk cId="2562307877" sldId="267"/>
            <ac:spMk id="9" creationId="{14019D21-C1E9-BF62-970E-0782C2A4EC84}"/>
          </ac:spMkLst>
        </pc:spChg>
        <pc:spChg chg="del mod">
          <ac:chgData name="Lucas Massena" userId="c960694c378a3271" providerId="LiveId" clId="{BF54E404-9FD7-4857-B1EE-D455E4E91BFB}" dt="2025-12-09T22:45:14.406" v="72" actId="478"/>
          <ac:spMkLst>
            <pc:docMk/>
            <pc:sldMk cId="2562307877" sldId="267"/>
            <ac:spMk id="10" creationId="{60FD894F-925C-81EA-3F04-0A4627C87DD6}"/>
          </ac:spMkLst>
        </pc:spChg>
        <pc:picChg chg="add del">
          <ac:chgData name="Lucas Massena" userId="c960694c378a3271" providerId="LiveId" clId="{BF54E404-9FD7-4857-B1EE-D455E4E91BFB}" dt="2025-12-09T22:45:09.975" v="68" actId="478"/>
          <ac:picMkLst>
            <pc:docMk/>
            <pc:sldMk cId="2562307877" sldId="267"/>
            <ac:picMk id="2" creationId="{EF0F44C5-DADB-0FA8-4568-738CD312B878}"/>
          </ac:picMkLst>
        </pc:picChg>
        <pc:picChg chg="del">
          <ac:chgData name="Lucas Massena" userId="c960694c378a3271" providerId="LiveId" clId="{BF54E404-9FD7-4857-B1EE-D455E4E91BFB}" dt="2025-12-09T22:45:08.392" v="66" actId="478"/>
          <ac:picMkLst>
            <pc:docMk/>
            <pc:sldMk cId="2562307877" sldId="267"/>
            <ac:picMk id="3" creationId="{3AE1F706-A114-E952-B259-B641E58545F9}"/>
          </ac:picMkLst>
        </pc:picChg>
        <pc:picChg chg="del">
          <ac:chgData name="Lucas Massena" userId="c960694c378a3271" providerId="LiveId" clId="{BF54E404-9FD7-4857-B1EE-D455E4E91BFB}" dt="2025-12-09T22:45:11.253" v="69" actId="478"/>
          <ac:picMkLst>
            <pc:docMk/>
            <pc:sldMk cId="2562307877" sldId="267"/>
            <ac:picMk id="4" creationId="{6DAAB7B6-D6F6-EB0F-EA3F-7B51CB4770C0}"/>
          </ac:picMkLst>
        </pc:picChg>
        <pc:picChg chg="del">
          <ac:chgData name="Lucas Massena" userId="c960694c378a3271" providerId="LiveId" clId="{BF54E404-9FD7-4857-B1EE-D455E4E91BFB}" dt="2025-12-09T22:45:13.228" v="71" actId="478"/>
          <ac:picMkLst>
            <pc:docMk/>
            <pc:sldMk cId="2562307877" sldId="267"/>
            <ac:picMk id="5" creationId="{E534B925-C92E-54BB-A8B9-1E80859D7ABD}"/>
          </ac:picMkLst>
        </pc:picChg>
      </pc:sldChg>
      <pc:sldChg chg="delSp mod">
        <pc:chgData name="Lucas Massena" userId="c960694c378a3271" providerId="LiveId" clId="{BF54E404-9FD7-4857-B1EE-D455E4E91BFB}" dt="2025-12-09T22:45:29.980" v="80" actId="478"/>
        <pc:sldMkLst>
          <pc:docMk/>
          <pc:sldMk cId="211400719" sldId="268"/>
        </pc:sldMkLst>
        <pc:spChg chg="del">
          <ac:chgData name="Lucas Massena" userId="c960694c378a3271" providerId="LiveId" clId="{BF54E404-9FD7-4857-B1EE-D455E4E91BFB}" dt="2025-12-09T22:45:29.980" v="80" actId="478"/>
          <ac:spMkLst>
            <pc:docMk/>
            <pc:sldMk cId="211400719" sldId="268"/>
            <ac:spMk id="8" creationId="{5057BB60-48BC-21F7-B405-30CD293DEE1C}"/>
          </ac:spMkLst>
        </pc:spChg>
        <pc:spChg chg="del">
          <ac:chgData name="Lucas Massena" userId="c960694c378a3271" providerId="LiveId" clId="{BF54E404-9FD7-4857-B1EE-D455E4E91BFB}" dt="2025-12-09T22:45:28.526" v="79" actId="478"/>
          <ac:spMkLst>
            <pc:docMk/>
            <pc:sldMk cId="211400719" sldId="268"/>
            <ac:spMk id="9" creationId="{218AEE76-533D-EE89-853C-A77D03324A59}"/>
          </ac:spMkLst>
        </pc:spChg>
        <pc:picChg chg="del">
          <ac:chgData name="Lucas Massena" userId="c960694c378a3271" providerId="LiveId" clId="{BF54E404-9FD7-4857-B1EE-D455E4E91BFB}" dt="2025-12-09T22:45:27.098" v="78" actId="478"/>
          <ac:picMkLst>
            <pc:docMk/>
            <pc:sldMk cId="211400719" sldId="268"/>
            <ac:picMk id="2" creationId="{2346EFB8-80AB-93A7-A164-ECBB5CDEBFDC}"/>
          </ac:picMkLst>
        </pc:picChg>
        <pc:picChg chg="del">
          <ac:chgData name="Lucas Massena" userId="c960694c378a3271" providerId="LiveId" clId="{BF54E404-9FD7-4857-B1EE-D455E4E91BFB}" dt="2025-12-09T22:45:28.526" v="79" actId="478"/>
          <ac:picMkLst>
            <pc:docMk/>
            <pc:sldMk cId="211400719" sldId="268"/>
            <ac:picMk id="3" creationId="{E2158801-1648-1829-0650-D3DFB7DBBF34}"/>
          </ac:picMkLst>
        </pc:picChg>
      </pc:sldChg>
      <pc:sldChg chg="delSp mod">
        <pc:chgData name="Lucas Massena" userId="c960694c378a3271" providerId="LiveId" clId="{BF54E404-9FD7-4857-B1EE-D455E4E91BFB}" dt="2025-12-09T22:46:35.414" v="107" actId="478"/>
        <pc:sldMkLst>
          <pc:docMk/>
          <pc:sldMk cId="245289641" sldId="269"/>
        </pc:sldMkLst>
        <pc:spChg chg="del">
          <ac:chgData name="Lucas Massena" userId="c960694c378a3271" providerId="LiveId" clId="{BF54E404-9FD7-4857-B1EE-D455E4E91BFB}" dt="2025-12-09T22:46:35.414" v="107" actId="478"/>
          <ac:spMkLst>
            <pc:docMk/>
            <pc:sldMk cId="245289641" sldId="269"/>
            <ac:spMk id="10" creationId="{1754694E-4394-2821-DF50-6AF7D3DE6EF6}"/>
          </ac:spMkLst>
        </pc:spChg>
        <pc:spChg chg="del">
          <ac:chgData name="Lucas Massena" userId="c960694c378a3271" providerId="LiveId" clId="{BF54E404-9FD7-4857-B1EE-D455E4E91BFB}" dt="2025-12-09T22:46:33.717" v="106" actId="478"/>
          <ac:spMkLst>
            <pc:docMk/>
            <pc:sldMk cId="245289641" sldId="269"/>
            <ac:spMk id="11" creationId="{9B410525-DB73-EE2F-8C4C-FDFF55AC8C7A}"/>
          </ac:spMkLst>
        </pc:spChg>
        <pc:picChg chg="del">
          <ac:chgData name="Lucas Massena" userId="c960694c378a3271" providerId="LiveId" clId="{BF54E404-9FD7-4857-B1EE-D455E4E91BFB}" dt="2025-12-09T22:46:32.127" v="105" actId="478"/>
          <ac:picMkLst>
            <pc:docMk/>
            <pc:sldMk cId="245289641" sldId="269"/>
            <ac:picMk id="2" creationId="{A63C1B95-F2AE-0C94-3A6C-3B3C1EAAF88D}"/>
          </ac:picMkLst>
        </pc:picChg>
        <pc:picChg chg="del">
          <ac:chgData name="Lucas Massena" userId="c960694c378a3271" providerId="LiveId" clId="{BF54E404-9FD7-4857-B1EE-D455E4E91BFB}" dt="2025-12-09T22:46:32.127" v="105" actId="478"/>
          <ac:picMkLst>
            <pc:docMk/>
            <pc:sldMk cId="245289641" sldId="269"/>
            <ac:picMk id="3" creationId="{C3FC31BD-2288-51D9-975D-DC6A7A58064B}"/>
          </ac:picMkLst>
        </pc:picChg>
        <pc:picChg chg="del">
          <ac:chgData name="Lucas Massena" userId="c960694c378a3271" providerId="LiveId" clId="{BF54E404-9FD7-4857-B1EE-D455E4E91BFB}" dt="2025-12-09T22:46:33.717" v="106" actId="478"/>
          <ac:picMkLst>
            <pc:docMk/>
            <pc:sldMk cId="245289641" sldId="269"/>
            <ac:picMk id="4" creationId="{F4C7F2F0-F62B-297F-3B8F-1343DA55BF29}"/>
          </ac:picMkLst>
        </pc:picChg>
      </pc:sldChg>
      <pc:sldChg chg="delSp modSp mod">
        <pc:chgData name="Lucas Massena" userId="c960694c378a3271" providerId="LiveId" clId="{BF54E404-9FD7-4857-B1EE-D455E4E91BFB}" dt="2025-12-09T22:45:47.138" v="86" actId="1076"/>
        <pc:sldMkLst>
          <pc:docMk/>
          <pc:sldMk cId="2047974604" sldId="270"/>
        </pc:sldMkLst>
        <pc:spChg chg="del">
          <ac:chgData name="Lucas Massena" userId="c960694c378a3271" providerId="LiveId" clId="{BF54E404-9FD7-4857-B1EE-D455E4E91BFB}" dt="2025-12-09T22:45:41.430" v="85" actId="478"/>
          <ac:spMkLst>
            <pc:docMk/>
            <pc:sldMk cId="2047974604" sldId="270"/>
            <ac:spMk id="8" creationId="{C84D0F03-F7D4-F48E-2021-C3BDDEC2BDF1}"/>
          </ac:spMkLst>
        </pc:spChg>
        <pc:spChg chg="del">
          <ac:chgData name="Lucas Massena" userId="c960694c378a3271" providerId="LiveId" clId="{BF54E404-9FD7-4857-B1EE-D455E4E91BFB}" dt="2025-12-09T22:45:35.042" v="82" actId="478"/>
          <ac:spMkLst>
            <pc:docMk/>
            <pc:sldMk cId="2047974604" sldId="270"/>
            <ac:spMk id="9" creationId="{A41BBAD4-79AE-F784-CDE7-8A024CE9835A}"/>
          </ac:spMkLst>
        </pc:spChg>
        <pc:picChg chg="del">
          <ac:chgData name="Lucas Massena" userId="c960694c378a3271" providerId="LiveId" clId="{BF54E404-9FD7-4857-B1EE-D455E4E91BFB}" dt="2025-12-09T22:45:32.559" v="81" actId="478"/>
          <ac:picMkLst>
            <pc:docMk/>
            <pc:sldMk cId="2047974604" sldId="270"/>
            <ac:picMk id="2" creationId="{99B72A6B-90A9-C228-A619-0749AE7EBD69}"/>
          </ac:picMkLst>
        </pc:picChg>
        <pc:picChg chg="del">
          <ac:chgData name="Lucas Massena" userId="c960694c378a3271" providerId="LiveId" clId="{BF54E404-9FD7-4857-B1EE-D455E4E91BFB}" dt="2025-12-09T22:45:35.042" v="82" actId="478"/>
          <ac:picMkLst>
            <pc:docMk/>
            <pc:sldMk cId="2047974604" sldId="270"/>
            <ac:picMk id="3" creationId="{16B9476C-ECB1-7D70-E04F-6B7999D0BCC5}"/>
          </ac:picMkLst>
        </pc:picChg>
        <pc:picChg chg="mod">
          <ac:chgData name="Lucas Massena" userId="c960694c378a3271" providerId="LiveId" clId="{BF54E404-9FD7-4857-B1EE-D455E4E91BFB}" dt="2025-12-09T22:45:47.138" v="86" actId="1076"/>
          <ac:picMkLst>
            <pc:docMk/>
            <pc:sldMk cId="2047974604" sldId="270"/>
            <ac:picMk id="4" creationId="{51BD76B8-5846-CC4C-5940-D75AC535449B}"/>
          </ac:picMkLst>
        </pc:picChg>
      </pc:sldChg>
      <pc:sldChg chg="del">
        <pc:chgData name="Lucas Massena" userId="c960694c378a3271" providerId="LiveId" clId="{BF54E404-9FD7-4857-B1EE-D455E4E91BFB}" dt="2025-12-09T22:51:56.609" v="202" actId="47"/>
        <pc:sldMkLst>
          <pc:docMk/>
          <pc:sldMk cId="1809566879" sldId="271"/>
        </pc:sldMkLst>
      </pc:sldChg>
      <pc:sldChg chg="delSp mod">
        <pc:chgData name="Lucas Massena" userId="c960694c378a3271" providerId="LiveId" clId="{BF54E404-9FD7-4857-B1EE-D455E4E91BFB}" dt="2025-12-09T22:45:55.835" v="89" actId="478"/>
        <pc:sldMkLst>
          <pc:docMk/>
          <pc:sldMk cId="1231164163" sldId="272"/>
        </pc:sldMkLst>
        <pc:spChg chg="del">
          <ac:chgData name="Lucas Massena" userId="c960694c378a3271" providerId="LiveId" clId="{BF54E404-9FD7-4857-B1EE-D455E4E91BFB}" dt="2025-12-09T22:45:55.835" v="89" actId="478"/>
          <ac:spMkLst>
            <pc:docMk/>
            <pc:sldMk cId="1231164163" sldId="272"/>
            <ac:spMk id="9" creationId="{F4D276CF-AB7B-A283-F514-C82B691F534D}"/>
          </ac:spMkLst>
        </pc:spChg>
        <pc:spChg chg="del">
          <ac:chgData name="Lucas Massena" userId="c960694c378a3271" providerId="LiveId" clId="{BF54E404-9FD7-4857-B1EE-D455E4E91BFB}" dt="2025-12-09T22:45:53.641" v="88" actId="478"/>
          <ac:spMkLst>
            <pc:docMk/>
            <pc:sldMk cId="1231164163" sldId="272"/>
            <ac:spMk id="10" creationId="{91A1AA96-DB52-E26A-63CD-928E37A38CF0}"/>
          </ac:spMkLst>
        </pc:spChg>
        <pc:picChg chg="del">
          <ac:chgData name="Lucas Massena" userId="c960694c378a3271" providerId="LiveId" clId="{BF54E404-9FD7-4857-B1EE-D455E4E91BFB}" dt="2025-12-09T22:45:51.175" v="87" actId="478"/>
          <ac:picMkLst>
            <pc:docMk/>
            <pc:sldMk cId="1231164163" sldId="272"/>
            <ac:picMk id="3" creationId="{58C220F2-B8FD-4061-CCA6-1A2B55C714B1}"/>
          </ac:picMkLst>
        </pc:picChg>
        <pc:picChg chg="del">
          <ac:chgData name="Lucas Massena" userId="c960694c378a3271" providerId="LiveId" clId="{BF54E404-9FD7-4857-B1EE-D455E4E91BFB}" dt="2025-12-09T22:45:51.175" v="87" actId="478"/>
          <ac:picMkLst>
            <pc:docMk/>
            <pc:sldMk cId="1231164163" sldId="272"/>
            <ac:picMk id="4" creationId="{09D786B2-7B29-078B-BFDC-A319AC7CEE55}"/>
          </ac:picMkLst>
        </pc:picChg>
        <pc:picChg chg="del">
          <ac:chgData name="Lucas Massena" userId="c960694c378a3271" providerId="LiveId" clId="{BF54E404-9FD7-4857-B1EE-D455E4E91BFB}" dt="2025-12-09T22:45:53.641" v="88" actId="478"/>
          <ac:picMkLst>
            <pc:docMk/>
            <pc:sldMk cId="1231164163" sldId="272"/>
            <ac:picMk id="5" creationId="{36DC93AF-4B86-00B4-B983-7156F847F52C}"/>
          </ac:picMkLst>
        </pc:picChg>
      </pc:sldChg>
      <pc:sldChg chg="delSp mod">
        <pc:chgData name="Lucas Massena" userId="c960694c378a3271" providerId="LiveId" clId="{BF54E404-9FD7-4857-B1EE-D455E4E91BFB}" dt="2025-12-09T22:46:17.292" v="98" actId="478"/>
        <pc:sldMkLst>
          <pc:docMk/>
          <pc:sldMk cId="558664471" sldId="275"/>
        </pc:sldMkLst>
        <pc:spChg chg="del">
          <ac:chgData name="Lucas Massena" userId="c960694c378a3271" providerId="LiveId" clId="{BF54E404-9FD7-4857-B1EE-D455E4E91BFB}" dt="2025-12-09T22:46:17.292" v="98" actId="478"/>
          <ac:spMkLst>
            <pc:docMk/>
            <pc:sldMk cId="558664471" sldId="275"/>
            <ac:spMk id="8" creationId="{D270CD84-6916-5796-71AD-F842FD1A59A8}"/>
          </ac:spMkLst>
        </pc:spChg>
        <pc:spChg chg="del">
          <ac:chgData name="Lucas Massena" userId="c960694c378a3271" providerId="LiveId" clId="{BF54E404-9FD7-4857-B1EE-D455E4E91BFB}" dt="2025-12-09T22:46:15.600" v="97" actId="478"/>
          <ac:spMkLst>
            <pc:docMk/>
            <pc:sldMk cId="558664471" sldId="275"/>
            <ac:spMk id="9" creationId="{BC66F963-DD3E-4CCF-022E-B196E1CF40E1}"/>
          </ac:spMkLst>
        </pc:spChg>
        <pc:picChg chg="del">
          <ac:chgData name="Lucas Massena" userId="c960694c378a3271" providerId="LiveId" clId="{BF54E404-9FD7-4857-B1EE-D455E4E91BFB}" dt="2025-12-09T22:46:13.872" v="96" actId="478"/>
          <ac:picMkLst>
            <pc:docMk/>
            <pc:sldMk cId="558664471" sldId="275"/>
            <ac:picMk id="2" creationId="{B3D479D5-D129-076F-C67C-BC81C7603EC2}"/>
          </ac:picMkLst>
        </pc:picChg>
        <pc:picChg chg="del">
          <ac:chgData name="Lucas Massena" userId="c960694c378a3271" providerId="LiveId" clId="{BF54E404-9FD7-4857-B1EE-D455E4E91BFB}" dt="2025-12-09T22:46:15.600" v="97" actId="478"/>
          <ac:picMkLst>
            <pc:docMk/>
            <pc:sldMk cId="558664471" sldId="275"/>
            <ac:picMk id="3" creationId="{52C785CC-BBC5-09E8-7119-99A386CF4D4E}"/>
          </ac:picMkLst>
        </pc:picChg>
      </pc:sldChg>
      <pc:sldChg chg="delSp mod">
        <pc:chgData name="Lucas Massena" userId="c960694c378a3271" providerId="LiveId" clId="{BF54E404-9FD7-4857-B1EE-D455E4E91BFB}" dt="2025-12-09T22:46:23.855" v="101" actId="478"/>
        <pc:sldMkLst>
          <pc:docMk/>
          <pc:sldMk cId="1061376609" sldId="276"/>
        </pc:sldMkLst>
        <pc:spChg chg="del">
          <ac:chgData name="Lucas Massena" userId="c960694c378a3271" providerId="LiveId" clId="{BF54E404-9FD7-4857-B1EE-D455E4E91BFB}" dt="2025-12-09T22:46:23.855" v="101" actId="478"/>
          <ac:spMkLst>
            <pc:docMk/>
            <pc:sldMk cId="1061376609" sldId="276"/>
            <ac:spMk id="8" creationId="{3235158A-7546-C778-E40E-F27B3C75E5C2}"/>
          </ac:spMkLst>
        </pc:spChg>
        <pc:spChg chg="del">
          <ac:chgData name="Lucas Massena" userId="c960694c378a3271" providerId="LiveId" clId="{BF54E404-9FD7-4857-B1EE-D455E4E91BFB}" dt="2025-12-09T22:46:21.909" v="100" actId="478"/>
          <ac:spMkLst>
            <pc:docMk/>
            <pc:sldMk cId="1061376609" sldId="276"/>
            <ac:spMk id="9" creationId="{FBF14627-A7A5-343B-7E43-DC67C1E5087F}"/>
          </ac:spMkLst>
        </pc:spChg>
        <pc:picChg chg="del">
          <ac:chgData name="Lucas Massena" userId="c960694c378a3271" providerId="LiveId" clId="{BF54E404-9FD7-4857-B1EE-D455E4E91BFB}" dt="2025-12-09T22:46:20.282" v="99" actId="478"/>
          <ac:picMkLst>
            <pc:docMk/>
            <pc:sldMk cId="1061376609" sldId="276"/>
            <ac:picMk id="2" creationId="{FDDE7DB1-97FF-7CEA-DE4B-4F11444F4E8B}"/>
          </ac:picMkLst>
        </pc:picChg>
        <pc:picChg chg="del">
          <ac:chgData name="Lucas Massena" userId="c960694c378a3271" providerId="LiveId" clId="{BF54E404-9FD7-4857-B1EE-D455E4E91BFB}" dt="2025-12-09T22:46:21.909" v="100" actId="478"/>
          <ac:picMkLst>
            <pc:docMk/>
            <pc:sldMk cId="1061376609" sldId="276"/>
            <ac:picMk id="3" creationId="{F49B08A1-3521-7675-40B2-F40A5F9E700C}"/>
          </ac:picMkLst>
        </pc:picChg>
      </pc:sldChg>
      <pc:sldChg chg="delSp mod">
        <pc:chgData name="Lucas Massena" userId="c960694c378a3271" providerId="LiveId" clId="{BF54E404-9FD7-4857-B1EE-D455E4E91BFB}" dt="2025-12-09T22:46:28.948" v="104" actId="478"/>
        <pc:sldMkLst>
          <pc:docMk/>
          <pc:sldMk cId="2745131975" sldId="277"/>
        </pc:sldMkLst>
        <pc:spChg chg="del">
          <ac:chgData name="Lucas Massena" userId="c960694c378a3271" providerId="LiveId" clId="{BF54E404-9FD7-4857-B1EE-D455E4E91BFB}" dt="2025-12-09T22:46:28.948" v="104" actId="478"/>
          <ac:spMkLst>
            <pc:docMk/>
            <pc:sldMk cId="2745131975" sldId="277"/>
            <ac:spMk id="8" creationId="{926A90AB-8F39-FBED-1B00-6D147748751C}"/>
          </ac:spMkLst>
        </pc:spChg>
        <pc:spChg chg="del">
          <ac:chgData name="Lucas Massena" userId="c960694c378a3271" providerId="LiveId" clId="{BF54E404-9FD7-4857-B1EE-D455E4E91BFB}" dt="2025-12-09T22:46:27.444" v="103" actId="478"/>
          <ac:spMkLst>
            <pc:docMk/>
            <pc:sldMk cId="2745131975" sldId="277"/>
            <ac:spMk id="9" creationId="{9163154F-B650-F3A0-E352-37351ED64CD9}"/>
          </ac:spMkLst>
        </pc:spChg>
        <pc:picChg chg="del">
          <ac:chgData name="Lucas Massena" userId="c960694c378a3271" providerId="LiveId" clId="{BF54E404-9FD7-4857-B1EE-D455E4E91BFB}" dt="2025-12-09T22:46:25.579" v="102" actId="478"/>
          <ac:picMkLst>
            <pc:docMk/>
            <pc:sldMk cId="2745131975" sldId="277"/>
            <ac:picMk id="2" creationId="{47F20F58-BC75-4D05-DC99-836EE1062CF9}"/>
          </ac:picMkLst>
        </pc:picChg>
        <pc:picChg chg="del">
          <ac:chgData name="Lucas Massena" userId="c960694c378a3271" providerId="LiveId" clId="{BF54E404-9FD7-4857-B1EE-D455E4E91BFB}" dt="2025-12-09T22:46:27.444" v="103" actId="478"/>
          <ac:picMkLst>
            <pc:docMk/>
            <pc:sldMk cId="2745131975" sldId="277"/>
            <ac:picMk id="3" creationId="{0BE436D6-4B66-2FA4-F833-28074EC20DD8}"/>
          </ac:picMkLst>
        </pc:picChg>
      </pc:sldChg>
      <pc:sldChg chg="delSp mod">
        <pc:chgData name="Lucas Massena" userId="c960694c378a3271" providerId="LiveId" clId="{BF54E404-9FD7-4857-B1EE-D455E4E91BFB}" dt="2025-12-09T22:46:41.355" v="110" actId="478"/>
        <pc:sldMkLst>
          <pc:docMk/>
          <pc:sldMk cId="2184559562" sldId="278"/>
        </pc:sldMkLst>
        <pc:spChg chg="del">
          <ac:chgData name="Lucas Massena" userId="c960694c378a3271" providerId="LiveId" clId="{BF54E404-9FD7-4857-B1EE-D455E4E91BFB}" dt="2025-12-09T22:46:41.355" v="110" actId="478"/>
          <ac:spMkLst>
            <pc:docMk/>
            <pc:sldMk cId="2184559562" sldId="278"/>
            <ac:spMk id="10" creationId="{65B1A490-ABC6-A18F-FA09-11998AAC79F3}"/>
          </ac:spMkLst>
        </pc:spChg>
        <pc:spChg chg="del">
          <ac:chgData name="Lucas Massena" userId="c960694c378a3271" providerId="LiveId" clId="{BF54E404-9FD7-4857-B1EE-D455E4E91BFB}" dt="2025-12-09T22:46:39.547" v="109" actId="478"/>
          <ac:spMkLst>
            <pc:docMk/>
            <pc:sldMk cId="2184559562" sldId="278"/>
            <ac:spMk id="11" creationId="{937404C1-A4E1-15E7-0707-B471BC01EA73}"/>
          </ac:spMkLst>
        </pc:spChg>
        <pc:picChg chg="del">
          <ac:chgData name="Lucas Massena" userId="c960694c378a3271" providerId="LiveId" clId="{BF54E404-9FD7-4857-B1EE-D455E4E91BFB}" dt="2025-12-09T22:46:37.934" v="108" actId="478"/>
          <ac:picMkLst>
            <pc:docMk/>
            <pc:sldMk cId="2184559562" sldId="278"/>
            <ac:picMk id="2" creationId="{73E94917-BA94-71F2-10E7-A4066CF03424}"/>
          </ac:picMkLst>
        </pc:picChg>
        <pc:picChg chg="del">
          <ac:chgData name="Lucas Massena" userId="c960694c378a3271" providerId="LiveId" clId="{BF54E404-9FD7-4857-B1EE-D455E4E91BFB}" dt="2025-12-09T22:46:37.934" v="108" actId="478"/>
          <ac:picMkLst>
            <pc:docMk/>
            <pc:sldMk cId="2184559562" sldId="278"/>
            <ac:picMk id="3" creationId="{8A854442-5AE0-BB74-325D-C581AEC1350C}"/>
          </ac:picMkLst>
        </pc:picChg>
        <pc:picChg chg="del">
          <ac:chgData name="Lucas Massena" userId="c960694c378a3271" providerId="LiveId" clId="{BF54E404-9FD7-4857-B1EE-D455E4E91BFB}" dt="2025-12-09T22:46:39.547" v="109" actId="478"/>
          <ac:picMkLst>
            <pc:docMk/>
            <pc:sldMk cId="2184559562" sldId="278"/>
            <ac:picMk id="4" creationId="{262B4B71-B4E0-7A7B-A177-18DC1B58C418}"/>
          </ac:picMkLst>
        </pc:picChg>
      </pc:sldChg>
      <pc:sldChg chg="delSp mod">
        <pc:chgData name="Lucas Massena" userId="c960694c378a3271" providerId="LiveId" clId="{BF54E404-9FD7-4857-B1EE-D455E4E91BFB}" dt="2025-12-09T22:47:15.859" v="113" actId="478"/>
        <pc:sldMkLst>
          <pc:docMk/>
          <pc:sldMk cId="3058782018" sldId="279"/>
        </pc:sldMkLst>
        <pc:spChg chg="del">
          <ac:chgData name="Lucas Massena" userId="c960694c378a3271" providerId="LiveId" clId="{BF54E404-9FD7-4857-B1EE-D455E4E91BFB}" dt="2025-12-09T22:47:15.859" v="113" actId="478"/>
          <ac:spMkLst>
            <pc:docMk/>
            <pc:sldMk cId="3058782018" sldId="279"/>
            <ac:spMk id="8" creationId="{C7BD85AC-6E70-EC84-15D8-998E750418A2}"/>
          </ac:spMkLst>
        </pc:spChg>
        <pc:spChg chg="del">
          <ac:chgData name="Lucas Massena" userId="c960694c378a3271" providerId="LiveId" clId="{BF54E404-9FD7-4857-B1EE-D455E4E91BFB}" dt="2025-12-09T22:47:14.001" v="112" actId="478"/>
          <ac:spMkLst>
            <pc:docMk/>
            <pc:sldMk cId="3058782018" sldId="279"/>
            <ac:spMk id="9" creationId="{A7FFE45D-1C80-5285-DC51-C7527EB1048C}"/>
          </ac:spMkLst>
        </pc:spChg>
        <pc:picChg chg="del">
          <ac:chgData name="Lucas Massena" userId="c960694c378a3271" providerId="LiveId" clId="{BF54E404-9FD7-4857-B1EE-D455E4E91BFB}" dt="2025-12-09T22:47:12.672" v="111" actId="478"/>
          <ac:picMkLst>
            <pc:docMk/>
            <pc:sldMk cId="3058782018" sldId="279"/>
            <ac:picMk id="2" creationId="{18E0C7C0-99B1-2C49-C2E7-94B38E49EE82}"/>
          </ac:picMkLst>
        </pc:picChg>
        <pc:picChg chg="del">
          <ac:chgData name="Lucas Massena" userId="c960694c378a3271" providerId="LiveId" clId="{BF54E404-9FD7-4857-B1EE-D455E4E91BFB}" dt="2025-12-09T22:47:14.001" v="112" actId="478"/>
          <ac:picMkLst>
            <pc:docMk/>
            <pc:sldMk cId="3058782018" sldId="279"/>
            <ac:picMk id="3" creationId="{DCC24ACA-81BB-1ADA-D05E-B015BDFAAA34}"/>
          </ac:picMkLst>
        </pc:picChg>
      </pc:sldChg>
      <pc:sldChg chg="delSp mod">
        <pc:chgData name="Lucas Massena" userId="c960694c378a3271" providerId="LiveId" clId="{BF54E404-9FD7-4857-B1EE-D455E4E91BFB}" dt="2025-12-09T22:46:01.272" v="92" actId="478"/>
        <pc:sldMkLst>
          <pc:docMk/>
          <pc:sldMk cId="150869437" sldId="280"/>
        </pc:sldMkLst>
        <pc:spChg chg="del">
          <ac:chgData name="Lucas Massena" userId="c960694c378a3271" providerId="LiveId" clId="{BF54E404-9FD7-4857-B1EE-D455E4E91BFB}" dt="2025-12-09T22:46:01.272" v="92" actId="478"/>
          <ac:spMkLst>
            <pc:docMk/>
            <pc:sldMk cId="150869437" sldId="280"/>
            <ac:spMk id="8" creationId="{5920B545-932D-20EF-E8FC-7D94672C6DAC}"/>
          </ac:spMkLst>
        </pc:spChg>
        <pc:spChg chg="del">
          <ac:chgData name="Lucas Massena" userId="c960694c378a3271" providerId="LiveId" clId="{BF54E404-9FD7-4857-B1EE-D455E4E91BFB}" dt="2025-12-09T22:45:59.873" v="91" actId="478"/>
          <ac:spMkLst>
            <pc:docMk/>
            <pc:sldMk cId="150869437" sldId="280"/>
            <ac:spMk id="9" creationId="{3149EF1E-B461-EDD8-2241-E66E3D5E8CA7}"/>
          </ac:spMkLst>
        </pc:spChg>
        <pc:picChg chg="del">
          <ac:chgData name="Lucas Massena" userId="c960694c378a3271" providerId="LiveId" clId="{BF54E404-9FD7-4857-B1EE-D455E4E91BFB}" dt="2025-12-09T22:45:58.208" v="90" actId="478"/>
          <ac:picMkLst>
            <pc:docMk/>
            <pc:sldMk cId="150869437" sldId="280"/>
            <ac:picMk id="2" creationId="{6E2EC303-3BEA-7A41-5AC1-DF70911B2A35}"/>
          </ac:picMkLst>
        </pc:picChg>
        <pc:picChg chg="del">
          <ac:chgData name="Lucas Massena" userId="c960694c378a3271" providerId="LiveId" clId="{BF54E404-9FD7-4857-B1EE-D455E4E91BFB}" dt="2025-12-09T22:45:59.873" v="91" actId="478"/>
          <ac:picMkLst>
            <pc:docMk/>
            <pc:sldMk cId="150869437" sldId="280"/>
            <ac:picMk id="3" creationId="{335CA842-9F13-92AB-0DF9-7C75B408879A}"/>
          </ac:picMkLst>
        </pc:picChg>
      </pc:sldChg>
      <pc:sldChg chg="delSp mod">
        <pc:chgData name="Lucas Massena" userId="c960694c378a3271" providerId="LiveId" clId="{BF54E404-9FD7-4857-B1EE-D455E4E91BFB}" dt="2025-12-09T22:46:08.704" v="95" actId="478"/>
        <pc:sldMkLst>
          <pc:docMk/>
          <pc:sldMk cId="2172804175" sldId="281"/>
        </pc:sldMkLst>
        <pc:spChg chg="del">
          <ac:chgData name="Lucas Massena" userId="c960694c378a3271" providerId="LiveId" clId="{BF54E404-9FD7-4857-B1EE-D455E4E91BFB}" dt="2025-12-09T22:46:08.704" v="95" actId="478"/>
          <ac:spMkLst>
            <pc:docMk/>
            <pc:sldMk cId="2172804175" sldId="281"/>
            <ac:spMk id="8" creationId="{D4502594-95DA-C515-5111-EE0EBE791EE8}"/>
          </ac:spMkLst>
        </pc:spChg>
        <pc:spChg chg="del">
          <ac:chgData name="Lucas Massena" userId="c960694c378a3271" providerId="LiveId" clId="{BF54E404-9FD7-4857-B1EE-D455E4E91BFB}" dt="2025-12-09T22:46:07.032" v="94" actId="478"/>
          <ac:spMkLst>
            <pc:docMk/>
            <pc:sldMk cId="2172804175" sldId="281"/>
            <ac:spMk id="9" creationId="{1C88BFC7-48F8-B444-9E2A-4402B5C0E3F0}"/>
          </ac:spMkLst>
        </pc:spChg>
        <pc:picChg chg="del">
          <ac:chgData name="Lucas Massena" userId="c960694c378a3271" providerId="LiveId" clId="{BF54E404-9FD7-4857-B1EE-D455E4E91BFB}" dt="2025-12-09T22:46:05.259" v="93" actId="478"/>
          <ac:picMkLst>
            <pc:docMk/>
            <pc:sldMk cId="2172804175" sldId="281"/>
            <ac:picMk id="2" creationId="{042F64D6-4C77-BADE-4CFE-B63E991F4B02}"/>
          </ac:picMkLst>
        </pc:picChg>
        <pc:picChg chg="del">
          <ac:chgData name="Lucas Massena" userId="c960694c378a3271" providerId="LiveId" clId="{BF54E404-9FD7-4857-B1EE-D455E4E91BFB}" dt="2025-12-09T22:46:07.032" v="94" actId="478"/>
          <ac:picMkLst>
            <pc:docMk/>
            <pc:sldMk cId="2172804175" sldId="281"/>
            <ac:picMk id="3" creationId="{F8DF6CD8-4E6F-DB03-74EB-1E61468776AA}"/>
          </ac:picMkLst>
        </pc:picChg>
      </pc:sldChg>
      <pc:sldChg chg="delSp mod">
        <pc:chgData name="Lucas Massena" userId="c960694c378a3271" providerId="LiveId" clId="{BF54E404-9FD7-4857-B1EE-D455E4E91BFB}" dt="2025-12-09T22:48:41.284" v="141" actId="478"/>
        <pc:sldMkLst>
          <pc:docMk/>
          <pc:sldMk cId="1602688624" sldId="282"/>
        </pc:sldMkLst>
        <pc:spChg chg="del">
          <ac:chgData name="Lucas Massena" userId="c960694c378a3271" providerId="LiveId" clId="{BF54E404-9FD7-4857-B1EE-D455E4E91BFB}" dt="2025-12-09T22:48:41.284" v="141" actId="478"/>
          <ac:spMkLst>
            <pc:docMk/>
            <pc:sldMk cId="1602688624" sldId="282"/>
            <ac:spMk id="8" creationId="{433CA692-A63B-0E3D-5EF1-E00AAD2E6240}"/>
          </ac:spMkLst>
        </pc:spChg>
        <pc:spChg chg="del">
          <ac:chgData name="Lucas Massena" userId="c960694c378a3271" providerId="LiveId" clId="{BF54E404-9FD7-4857-B1EE-D455E4E91BFB}" dt="2025-12-09T22:48:39.636" v="140" actId="478"/>
          <ac:spMkLst>
            <pc:docMk/>
            <pc:sldMk cId="1602688624" sldId="282"/>
            <ac:spMk id="9" creationId="{FB8AC1A1-F4B0-BF53-4692-E7BE907DFF3A}"/>
          </ac:spMkLst>
        </pc:spChg>
        <pc:picChg chg="del">
          <ac:chgData name="Lucas Massena" userId="c960694c378a3271" providerId="LiveId" clId="{BF54E404-9FD7-4857-B1EE-D455E4E91BFB}" dt="2025-12-09T22:48:37.909" v="139" actId="478"/>
          <ac:picMkLst>
            <pc:docMk/>
            <pc:sldMk cId="1602688624" sldId="282"/>
            <ac:picMk id="2" creationId="{6AE53B77-8CED-A233-D5A9-F5BD5E90F4D1}"/>
          </ac:picMkLst>
        </pc:picChg>
        <pc:picChg chg="del">
          <ac:chgData name="Lucas Massena" userId="c960694c378a3271" providerId="LiveId" clId="{BF54E404-9FD7-4857-B1EE-D455E4E91BFB}" dt="2025-12-09T22:48:39.636" v="140" actId="478"/>
          <ac:picMkLst>
            <pc:docMk/>
            <pc:sldMk cId="1602688624" sldId="282"/>
            <ac:picMk id="3" creationId="{675D3B1D-0098-EE1E-2DE6-9C515DA9E9D7}"/>
          </ac:picMkLst>
        </pc:picChg>
      </pc:sldChg>
      <pc:sldChg chg="delSp modSp mod">
        <pc:chgData name="Lucas Massena" userId="c960694c378a3271" providerId="LiveId" clId="{BF54E404-9FD7-4857-B1EE-D455E4E91BFB}" dt="2025-12-09T22:47:51.170" v="123" actId="1076"/>
        <pc:sldMkLst>
          <pc:docMk/>
          <pc:sldMk cId="3781614858" sldId="284"/>
        </pc:sldMkLst>
        <pc:spChg chg="del">
          <ac:chgData name="Lucas Massena" userId="c960694c378a3271" providerId="LiveId" clId="{BF54E404-9FD7-4857-B1EE-D455E4E91BFB}" dt="2025-12-09T22:47:18.931" v="114" actId="478"/>
          <ac:spMkLst>
            <pc:docMk/>
            <pc:sldMk cId="3781614858" sldId="284"/>
            <ac:spMk id="7" creationId="{04728378-7F2A-E6A9-C28E-32A8098EF1CD}"/>
          </ac:spMkLst>
        </pc:spChg>
        <pc:spChg chg="del">
          <ac:chgData name="Lucas Massena" userId="c960694c378a3271" providerId="LiveId" clId="{BF54E404-9FD7-4857-B1EE-D455E4E91BFB}" dt="2025-12-09T22:47:20.902" v="115" actId="478"/>
          <ac:spMkLst>
            <pc:docMk/>
            <pc:sldMk cId="3781614858" sldId="284"/>
            <ac:spMk id="8" creationId="{2C828282-E974-ABDA-6457-44506A1F8265}"/>
          </ac:spMkLst>
        </pc:spChg>
        <pc:spChg chg="del">
          <ac:chgData name="Lucas Massena" userId="c960694c378a3271" providerId="LiveId" clId="{BF54E404-9FD7-4857-B1EE-D455E4E91BFB}" dt="2025-12-09T22:47:18.931" v="114" actId="478"/>
          <ac:spMkLst>
            <pc:docMk/>
            <pc:sldMk cId="3781614858" sldId="284"/>
            <ac:spMk id="9" creationId="{FA07ED44-9004-56D4-2852-192E78F9B23B}"/>
          </ac:spMkLst>
        </pc:spChg>
        <pc:picChg chg="del">
          <ac:chgData name="Lucas Massena" userId="c960694c378a3271" providerId="LiveId" clId="{BF54E404-9FD7-4857-B1EE-D455E4E91BFB}" dt="2025-12-09T22:47:18.931" v="114" actId="478"/>
          <ac:picMkLst>
            <pc:docMk/>
            <pc:sldMk cId="3781614858" sldId="284"/>
            <ac:picMk id="2" creationId="{4559BD1D-A148-3B81-6FC8-7609944E4381}"/>
          </ac:picMkLst>
        </pc:picChg>
        <pc:picChg chg="del">
          <ac:chgData name="Lucas Massena" userId="c960694c378a3271" providerId="LiveId" clId="{BF54E404-9FD7-4857-B1EE-D455E4E91BFB}" dt="2025-12-09T22:47:18.931" v="114" actId="478"/>
          <ac:picMkLst>
            <pc:docMk/>
            <pc:sldMk cId="3781614858" sldId="284"/>
            <ac:picMk id="3" creationId="{C809C288-5F18-3816-8189-753DAFD6145B}"/>
          </ac:picMkLst>
        </pc:picChg>
        <pc:picChg chg="mod">
          <ac:chgData name="Lucas Massena" userId="c960694c378a3271" providerId="LiveId" clId="{BF54E404-9FD7-4857-B1EE-D455E4E91BFB}" dt="2025-12-09T22:47:51.170" v="123" actId="1076"/>
          <ac:picMkLst>
            <pc:docMk/>
            <pc:sldMk cId="3781614858" sldId="284"/>
            <ac:picMk id="4" creationId="{0F55C682-8C28-2297-A3AE-A79AAF4675A9}"/>
          </ac:picMkLst>
        </pc:picChg>
      </pc:sldChg>
      <pc:sldChg chg="delSp modSp mod">
        <pc:chgData name="Lucas Massena" userId="c960694c378a3271" providerId="LiveId" clId="{BF54E404-9FD7-4857-B1EE-D455E4E91BFB}" dt="2025-12-09T22:47:33.399" v="119" actId="1076"/>
        <pc:sldMkLst>
          <pc:docMk/>
          <pc:sldMk cId="621856836" sldId="285"/>
        </pc:sldMkLst>
        <pc:spChg chg="del">
          <ac:chgData name="Lucas Massena" userId="c960694c378a3271" providerId="LiveId" clId="{BF54E404-9FD7-4857-B1EE-D455E4E91BFB}" dt="2025-12-09T22:47:24.577" v="116" actId="478"/>
          <ac:spMkLst>
            <pc:docMk/>
            <pc:sldMk cId="621856836" sldId="285"/>
            <ac:spMk id="7" creationId="{FC9D3287-C4DC-346C-1BB4-825F5E7BCB10}"/>
          </ac:spMkLst>
        </pc:spChg>
        <pc:spChg chg="del">
          <ac:chgData name="Lucas Massena" userId="c960694c378a3271" providerId="LiveId" clId="{BF54E404-9FD7-4857-B1EE-D455E4E91BFB}" dt="2025-12-09T22:47:26.155" v="117" actId="478"/>
          <ac:spMkLst>
            <pc:docMk/>
            <pc:sldMk cId="621856836" sldId="285"/>
            <ac:spMk id="8" creationId="{239118F9-A1F6-41FE-5AFA-B91423F7880C}"/>
          </ac:spMkLst>
        </pc:spChg>
        <pc:spChg chg="del">
          <ac:chgData name="Lucas Massena" userId="c960694c378a3271" providerId="LiveId" clId="{BF54E404-9FD7-4857-B1EE-D455E4E91BFB}" dt="2025-12-09T22:47:24.577" v="116" actId="478"/>
          <ac:spMkLst>
            <pc:docMk/>
            <pc:sldMk cId="621856836" sldId="285"/>
            <ac:spMk id="9" creationId="{6B5C0BFA-A82E-FC10-71F5-B60E8F3F7C40}"/>
          </ac:spMkLst>
        </pc:spChg>
        <pc:picChg chg="del">
          <ac:chgData name="Lucas Massena" userId="c960694c378a3271" providerId="LiveId" clId="{BF54E404-9FD7-4857-B1EE-D455E4E91BFB}" dt="2025-12-09T22:47:24.577" v="116" actId="478"/>
          <ac:picMkLst>
            <pc:docMk/>
            <pc:sldMk cId="621856836" sldId="285"/>
            <ac:picMk id="2" creationId="{9464CB49-3A17-F638-9C1B-E988AD258174}"/>
          </ac:picMkLst>
        </pc:picChg>
        <pc:picChg chg="del">
          <ac:chgData name="Lucas Massena" userId="c960694c378a3271" providerId="LiveId" clId="{BF54E404-9FD7-4857-B1EE-D455E4E91BFB}" dt="2025-12-09T22:47:24.577" v="116" actId="478"/>
          <ac:picMkLst>
            <pc:docMk/>
            <pc:sldMk cId="621856836" sldId="285"/>
            <ac:picMk id="3" creationId="{B185C8B9-9DE9-C643-A7E9-1DB01D6FB547}"/>
          </ac:picMkLst>
        </pc:picChg>
        <pc:picChg chg="mod">
          <ac:chgData name="Lucas Massena" userId="c960694c378a3271" providerId="LiveId" clId="{BF54E404-9FD7-4857-B1EE-D455E4E91BFB}" dt="2025-12-09T22:47:33.399" v="119" actId="1076"/>
          <ac:picMkLst>
            <pc:docMk/>
            <pc:sldMk cId="621856836" sldId="285"/>
            <ac:picMk id="4" creationId="{995DBF6A-2B69-F0BE-F646-3E898BB86FE8}"/>
          </ac:picMkLst>
        </pc:picChg>
      </pc:sldChg>
      <pc:sldChg chg="delSp modSp mod">
        <pc:chgData name="Lucas Massena" userId="c960694c378a3271" providerId="LiveId" clId="{BF54E404-9FD7-4857-B1EE-D455E4E91BFB}" dt="2025-12-09T22:48:10.317" v="128" actId="478"/>
        <pc:sldMkLst>
          <pc:docMk/>
          <pc:sldMk cId="3178013886" sldId="286"/>
        </pc:sldMkLst>
        <pc:spChg chg="del">
          <ac:chgData name="Lucas Massena" userId="c960694c378a3271" providerId="LiveId" clId="{BF54E404-9FD7-4857-B1EE-D455E4E91BFB}" dt="2025-12-09T22:48:10.317" v="128" actId="478"/>
          <ac:spMkLst>
            <pc:docMk/>
            <pc:sldMk cId="3178013886" sldId="286"/>
            <ac:spMk id="8" creationId="{E8E8D4DD-6F6B-F551-3D1F-D98CEA017527}"/>
          </ac:spMkLst>
        </pc:spChg>
        <pc:spChg chg="del">
          <ac:chgData name="Lucas Massena" userId="c960694c378a3271" providerId="LiveId" clId="{BF54E404-9FD7-4857-B1EE-D455E4E91BFB}" dt="2025-12-09T22:48:06.307" v="126" actId="478"/>
          <ac:spMkLst>
            <pc:docMk/>
            <pc:sldMk cId="3178013886" sldId="286"/>
            <ac:spMk id="9" creationId="{BA1D8F4D-2672-627E-E1A0-3E7318858BB4}"/>
          </ac:spMkLst>
        </pc:spChg>
        <pc:picChg chg="del">
          <ac:chgData name="Lucas Massena" userId="c960694c378a3271" providerId="LiveId" clId="{BF54E404-9FD7-4857-B1EE-D455E4E91BFB}" dt="2025-12-09T22:48:04.541" v="125" actId="478"/>
          <ac:picMkLst>
            <pc:docMk/>
            <pc:sldMk cId="3178013886" sldId="286"/>
            <ac:picMk id="2" creationId="{5EA13ED2-6930-CEEA-8C94-612C80491479}"/>
          </ac:picMkLst>
        </pc:picChg>
        <pc:picChg chg="del">
          <ac:chgData name="Lucas Massena" userId="c960694c378a3271" providerId="LiveId" clId="{BF54E404-9FD7-4857-B1EE-D455E4E91BFB}" dt="2025-12-09T22:48:06.307" v="126" actId="478"/>
          <ac:picMkLst>
            <pc:docMk/>
            <pc:sldMk cId="3178013886" sldId="286"/>
            <ac:picMk id="3" creationId="{3E8FF543-33D1-3245-CFEB-206588040EBB}"/>
          </ac:picMkLst>
        </pc:picChg>
        <pc:picChg chg="mod">
          <ac:chgData name="Lucas Massena" userId="c960694c378a3271" providerId="LiveId" clId="{BF54E404-9FD7-4857-B1EE-D455E4E91BFB}" dt="2025-12-09T22:48:08.423" v="127" actId="1076"/>
          <ac:picMkLst>
            <pc:docMk/>
            <pc:sldMk cId="3178013886" sldId="286"/>
            <ac:picMk id="4" creationId="{A6DE1091-572B-28DF-8F1C-7FDB1A48A164}"/>
          </ac:picMkLst>
        </pc:picChg>
      </pc:sldChg>
      <pc:sldChg chg="delSp modSp mod">
        <pc:chgData name="Lucas Massena" userId="c960694c378a3271" providerId="LiveId" clId="{BF54E404-9FD7-4857-B1EE-D455E4E91BFB}" dt="2025-12-09T22:48:29.294" v="135" actId="1076"/>
        <pc:sldMkLst>
          <pc:docMk/>
          <pc:sldMk cId="1445561270" sldId="287"/>
        </pc:sldMkLst>
        <pc:spChg chg="del">
          <ac:chgData name="Lucas Massena" userId="c960694c378a3271" providerId="LiveId" clId="{BF54E404-9FD7-4857-B1EE-D455E4E91BFB}" dt="2025-12-09T22:48:16.194" v="131" actId="478"/>
          <ac:spMkLst>
            <pc:docMk/>
            <pc:sldMk cId="1445561270" sldId="287"/>
            <ac:spMk id="8" creationId="{46C0AA50-6EBB-E4F2-81EE-74EBBE15D2D4}"/>
          </ac:spMkLst>
        </pc:spChg>
        <pc:spChg chg="del">
          <ac:chgData name="Lucas Massena" userId="c960694c378a3271" providerId="LiveId" clId="{BF54E404-9FD7-4857-B1EE-D455E4E91BFB}" dt="2025-12-09T22:48:13.848" v="129" actId="478"/>
          <ac:spMkLst>
            <pc:docMk/>
            <pc:sldMk cId="1445561270" sldId="287"/>
            <ac:spMk id="9" creationId="{14BCAD5D-8DCA-2BB7-1832-B4C4E3131AD3}"/>
          </ac:spMkLst>
        </pc:spChg>
        <pc:picChg chg="del">
          <ac:chgData name="Lucas Massena" userId="c960694c378a3271" providerId="LiveId" clId="{BF54E404-9FD7-4857-B1EE-D455E4E91BFB}" dt="2025-12-09T22:48:14.590" v="130" actId="478"/>
          <ac:picMkLst>
            <pc:docMk/>
            <pc:sldMk cId="1445561270" sldId="287"/>
            <ac:picMk id="2" creationId="{AC543CD9-F7A2-2108-47B0-A434D61B544A}"/>
          </ac:picMkLst>
        </pc:picChg>
        <pc:picChg chg="del">
          <ac:chgData name="Lucas Massena" userId="c960694c378a3271" providerId="LiveId" clId="{BF54E404-9FD7-4857-B1EE-D455E4E91BFB}" dt="2025-12-09T22:48:13.848" v="129" actId="478"/>
          <ac:picMkLst>
            <pc:docMk/>
            <pc:sldMk cId="1445561270" sldId="287"/>
            <ac:picMk id="3" creationId="{36B88C03-FA2A-31C0-F165-E3CE74574AE5}"/>
          </ac:picMkLst>
        </pc:picChg>
        <pc:picChg chg="mod">
          <ac:chgData name="Lucas Massena" userId="c960694c378a3271" providerId="LiveId" clId="{BF54E404-9FD7-4857-B1EE-D455E4E91BFB}" dt="2025-12-09T22:48:29.294" v="135" actId="1076"/>
          <ac:picMkLst>
            <pc:docMk/>
            <pc:sldMk cId="1445561270" sldId="287"/>
            <ac:picMk id="4" creationId="{923A9949-6510-9397-E247-E7C5D402F81D}"/>
          </ac:picMkLst>
        </pc:picChg>
      </pc:sldChg>
      <pc:sldChg chg="delSp mod">
        <pc:chgData name="Lucas Massena" userId="c960694c378a3271" providerId="LiveId" clId="{BF54E404-9FD7-4857-B1EE-D455E4E91BFB}" dt="2025-12-09T22:48:35.701" v="138" actId="478"/>
        <pc:sldMkLst>
          <pc:docMk/>
          <pc:sldMk cId="1007817334" sldId="288"/>
        </pc:sldMkLst>
        <pc:spChg chg="del">
          <ac:chgData name="Lucas Massena" userId="c960694c378a3271" providerId="LiveId" clId="{BF54E404-9FD7-4857-B1EE-D455E4E91BFB}" dt="2025-12-09T22:48:35.701" v="138" actId="478"/>
          <ac:spMkLst>
            <pc:docMk/>
            <pc:sldMk cId="1007817334" sldId="288"/>
            <ac:spMk id="9" creationId="{AB18DEF6-F47B-C471-2E74-233213012DD3}"/>
          </ac:spMkLst>
        </pc:spChg>
        <pc:spChg chg="del">
          <ac:chgData name="Lucas Massena" userId="c960694c378a3271" providerId="LiveId" clId="{BF54E404-9FD7-4857-B1EE-D455E4E91BFB}" dt="2025-12-09T22:48:34.505" v="137" actId="478"/>
          <ac:spMkLst>
            <pc:docMk/>
            <pc:sldMk cId="1007817334" sldId="288"/>
            <ac:spMk id="10" creationId="{079A5D2F-E151-ADA3-1300-DA100EC98F4D}"/>
          </ac:spMkLst>
        </pc:spChg>
        <pc:picChg chg="del">
          <ac:chgData name="Lucas Massena" userId="c960694c378a3271" providerId="LiveId" clId="{BF54E404-9FD7-4857-B1EE-D455E4E91BFB}" dt="2025-12-09T22:48:32.772" v="136" actId="478"/>
          <ac:picMkLst>
            <pc:docMk/>
            <pc:sldMk cId="1007817334" sldId="288"/>
            <ac:picMk id="3" creationId="{98C16243-96F2-BADF-D3EE-E2609D155408}"/>
          </ac:picMkLst>
        </pc:picChg>
        <pc:picChg chg="del">
          <ac:chgData name="Lucas Massena" userId="c960694c378a3271" providerId="LiveId" clId="{BF54E404-9FD7-4857-B1EE-D455E4E91BFB}" dt="2025-12-09T22:48:32.772" v="136" actId="478"/>
          <ac:picMkLst>
            <pc:docMk/>
            <pc:sldMk cId="1007817334" sldId="288"/>
            <ac:picMk id="4" creationId="{65B95759-F098-EEFC-35BC-707D5AB99B9E}"/>
          </ac:picMkLst>
        </pc:picChg>
        <pc:picChg chg="del">
          <ac:chgData name="Lucas Massena" userId="c960694c378a3271" providerId="LiveId" clId="{BF54E404-9FD7-4857-B1EE-D455E4E91BFB}" dt="2025-12-09T22:48:34.505" v="137" actId="478"/>
          <ac:picMkLst>
            <pc:docMk/>
            <pc:sldMk cId="1007817334" sldId="288"/>
            <ac:picMk id="5" creationId="{D9B77D4A-DCD7-4520-DE90-1B0877EB96F1}"/>
          </ac:picMkLst>
        </pc:picChg>
      </pc:sldChg>
      <pc:sldChg chg="delSp mod">
        <pc:chgData name="Lucas Massena" userId="c960694c378a3271" providerId="LiveId" clId="{BF54E404-9FD7-4857-B1EE-D455E4E91BFB}" dt="2025-12-09T22:48:46.096" v="144" actId="478"/>
        <pc:sldMkLst>
          <pc:docMk/>
          <pc:sldMk cId="1757686014" sldId="289"/>
        </pc:sldMkLst>
        <pc:spChg chg="del">
          <ac:chgData name="Lucas Massena" userId="c960694c378a3271" providerId="LiveId" clId="{BF54E404-9FD7-4857-B1EE-D455E4E91BFB}" dt="2025-12-09T22:48:46.096" v="144" actId="478"/>
          <ac:spMkLst>
            <pc:docMk/>
            <pc:sldMk cId="1757686014" sldId="289"/>
            <ac:spMk id="8" creationId="{61316A13-12EF-3C59-74D1-E664EFDC76D5}"/>
          </ac:spMkLst>
        </pc:spChg>
        <pc:spChg chg="del">
          <ac:chgData name="Lucas Massena" userId="c960694c378a3271" providerId="LiveId" clId="{BF54E404-9FD7-4857-B1EE-D455E4E91BFB}" dt="2025-12-09T22:48:44.680" v="143" actId="478"/>
          <ac:spMkLst>
            <pc:docMk/>
            <pc:sldMk cId="1757686014" sldId="289"/>
            <ac:spMk id="9" creationId="{6166DFA0-CEA5-3FE9-05C4-5F0C4BBE54B3}"/>
          </ac:spMkLst>
        </pc:spChg>
        <pc:picChg chg="del">
          <ac:chgData name="Lucas Massena" userId="c960694c378a3271" providerId="LiveId" clId="{BF54E404-9FD7-4857-B1EE-D455E4E91BFB}" dt="2025-12-09T22:48:43.209" v="142" actId="478"/>
          <ac:picMkLst>
            <pc:docMk/>
            <pc:sldMk cId="1757686014" sldId="289"/>
            <ac:picMk id="2" creationId="{79FBBAD6-F140-49A1-464B-764AFE731992}"/>
          </ac:picMkLst>
        </pc:picChg>
        <pc:picChg chg="del">
          <ac:chgData name="Lucas Massena" userId="c960694c378a3271" providerId="LiveId" clId="{BF54E404-9FD7-4857-B1EE-D455E4E91BFB}" dt="2025-12-09T22:48:44.680" v="143" actId="478"/>
          <ac:picMkLst>
            <pc:docMk/>
            <pc:sldMk cId="1757686014" sldId="289"/>
            <ac:picMk id="3" creationId="{499CA947-A8FB-E34F-536A-723A31AE8A9F}"/>
          </ac:picMkLst>
        </pc:picChg>
      </pc:sldChg>
      <pc:sldChg chg="delSp mod modShow">
        <pc:chgData name="Lucas Massena" userId="c960694c378a3271" providerId="LiveId" clId="{BF54E404-9FD7-4857-B1EE-D455E4E91BFB}" dt="2025-12-09T22:48:57.569" v="148" actId="729"/>
        <pc:sldMkLst>
          <pc:docMk/>
          <pc:sldMk cId="2286089342" sldId="290"/>
        </pc:sldMkLst>
        <pc:spChg chg="del">
          <ac:chgData name="Lucas Massena" userId="c960694c378a3271" providerId="LiveId" clId="{BF54E404-9FD7-4857-B1EE-D455E4E91BFB}" dt="2025-12-09T22:48:51.171" v="147" actId="478"/>
          <ac:spMkLst>
            <pc:docMk/>
            <pc:sldMk cId="2286089342" sldId="290"/>
            <ac:spMk id="8" creationId="{9D6B0A9D-A241-5F02-B1DB-DB0159C7DE20}"/>
          </ac:spMkLst>
        </pc:spChg>
        <pc:spChg chg="del">
          <ac:chgData name="Lucas Massena" userId="c960694c378a3271" providerId="LiveId" clId="{BF54E404-9FD7-4857-B1EE-D455E4E91BFB}" dt="2025-12-09T22:48:49.966" v="146" actId="478"/>
          <ac:spMkLst>
            <pc:docMk/>
            <pc:sldMk cId="2286089342" sldId="290"/>
            <ac:spMk id="9" creationId="{14114DC4-FB06-93CC-3A87-30DFDE21F70B}"/>
          </ac:spMkLst>
        </pc:spChg>
        <pc:picChg chg="del">
          <ac:chgData name="Lucas Massena" userId="c960694c378a3271" providerId="LiveId" clId="{BF54E404-9FD7-4857-B1EE-D455E4E91BFB}" dt="2025-12-09T22:48:48.389" v="145" actId="478"/>
          <ac:picMkLst>
            <pc:docMk/>
            <pc:sldMk cId="2286089342" sldId="290"/>
            <ac:picMk id="2" creationId="{D1514006-CD42-5292-3DE3-02AA3425A4AF}"/>
          </ac:picMkLst>
        </pc:picChg>
        <pc:picChg chg="del">
          <ac:chgData name="Lucas Massena" userId="c960694c378a3271" providerId="LiveId" clId="{BF54E404-9FD7-4857-B1EE-D455E4E91BFB}" dt="2025-12-09T22:48:49.966" v="146" actId="478"/>
          <ac:picMkLst>
            <pc:docMk/>
            <pc:sldMk cId="2286089342" sldId="290"/>
            <ac:picMk id="3" creationId="{3AAC597C-CF18-04D5-F2FE-F9277C38AC96}"/>
          </ac:picMkLst>
        </pc:picChg>
      </pc:sldChg>
      <pc:sldChg chg="delSp add del mod">
        <pc:chgData name="Lucas Massena" userId="c960694c378a3271" providerId="LiveId" clId="{BF54E404-9FD7-4857-B1EE-D455E4E91BFB}" dt="2025-12-09T22:51:21.196" v="189" actId="478"/>
        <pc:sldMkLst>
          <pc:docMk/>
          <pc:sldMk cId="4072290607" sldId="291"/>
        </pc:sldMkLst>
        <pc:spChg chg="del">
          <ac:chgData name="Lucas Massena" userId="c960694c378a3271" providerId="LiveId" clId="{BF54E404-9FD7-4857-B1EE-D455E4E91BFB}" dt="2025-12-09T22:51:21.196" v="189" actId="478"/>
          <ac:spMkLst>
            <pc:docMk/>
            <pc:sldMk cId="4072290607" sldId="291"/>
            <ac:spMk id="8" creationId="{76D311C8-53EB-AB98-5527-83755DA271D2}"/>
          </ac:spMkLst>
        </pc:spChg>
        <pc:spChg chg="del">
          <ac:chgData name="Lucas Massena" userId="c960694c378a3271" providerId="LiveId" clId="{BF54E404-9FD7-4857-B1EE-D455E4E91BFB}" dt="2025-12-09T22:51:19.346" v="188" actId="478"/>
          <ac:spMkLst>
            <pc:docMk/>
            <pc:sldMk cId="4072290607" sldId="291"/>
            <ac:spMk id="9" creationId="{09EF7F3D-6D15-20BC-F5A1-9EDD904886D5}"/>
          </ac:spMkLst>
        </pc:spChg>
        <pc:picChg chg="del">
          <ac:chgData name="Lucas Massena" userId="c960694c378a3271" providerId="LiveId" clId="{BF54E404-9FD7-4857-B1EE-D455E4E91BFB}" dt="2025-12-09T22:51:17.683" v="187" actId="478"/>
          <ac:picMkLst>
            <pc:docMk/>
            <pc:sldMk cId="4072290607" sldId="291"/>
            <ac:picMk id="2" creationId="{3CE0F182-2E01-D180-9B75-11E550D9EAF0}"/>
          </ac:picMkLst>
        </pc:picChg>
        <pc:picChg chg="del">
          <ac:chgData name="Lucas Massena" userId="c960694c378a3271" providerId="LiveId" clId="{BF54E404-9FD7-4857-B1EE-D455E4E91BFB}" dt="2025-12-09T22:51:19.346" v="188" actId="478"/>
          <ac:picMkLst>
            <pc:docMk/>
            <pc:sldMk cId="4072290607" sldId="291"/>
            <ac:picMk id="3" creationId="{673C51B6-9453-FE0B-D875-7125728256C4}"/>
          </ac:picMkLst>
        </pc:picChg>
      </pc:sldChg>
      <pc:sldChg chg="delSp add del mod">
        <pc:chgData name="Lucas Massena" userId="c960694c378a3271" providerId="LiveId" clId="{BF54E404-9FD7-4857-B1EE-D455E4E91BFB}" dt="2025-12-09T22:51:13.427" v="186" actId="478"/>
        <pc:sldMkLst>
          <pc:docMk/>
          <pc:sldMk cId="2264175049" sldId="292"/>
        </pc:sldMkLst>
        <pc:spChg chg="del">
          <ac:chgData name="Lucas Massena" userId="c960694c378a3271" providerId="LiveId" clId="{BF54E404-9FD7-4857-B1EE-D455E4E91BFB}" dt="2025-12-09T22:51:13.427" v="186" actId="478"/>
          <ac:spMkLst>
            <pc:docMk/>
            <pc:sldMk cId="2264175049" sldId="292"/>
            <ac:spMk id="8" creationId="{587E1C8B-4452-C323-1B1E-F598D82AC325}"/>
          </ac:spMkLst>
        </pc:spChg>
        <pc:spChg chg="del">
          <ac:chgData name="Lucas Massena" userId="c960694c378a3271" providerId="LiveId" clId="{BF54E404-9FD7-4857-B1EE-D455E4E91BFB}" dt="2025-12-09T22:51:12.018" v="185" actId="478"/>
          <ac:spMkLst>
            <pc:docMk/>
            <pc:sldMk cId="2264175049" sldId="292"/>
            <ac:spMk id="9" creationId="{623D99A5-A1DD-D00F-2400-0D3C1171E3C4}"/>
          </ac:spMkLst>
        </pc:spChg>
        <pc:picChg chg="del">
          <ac:chgData name="Lucas Massena" userId="c960694c378a3271" providerId="LiveId" clId="{BF54E404-9FD7-4857-B1EE-D455E4E91BFB}" dt="2025-12-09T22:51:12.018" v="185" actId="478"/>
          <ac:picMkLst>
            <pc:docMk/>
            <pc:sldMk cId="2264175049" sldId="292"/>
            <ac:picMk id="2" creationId="{94208D7A-BE2F-252F-CB1F-37DBD6A60FAA}"/>
          </ac:picMkLst>
        </pc:picChg>
        <pc:picChg chg="del">
          <ac:chgData name="Lucas Massena" userId="c960694c378a3271" providerId="LiveId" clId="{BF54E404-9FD7-4857-B1EE-D455E4E91BFB}" dt="2025-12-09T22:51:12.018" v="185" actId="478"/>
          <ac:picMkLst>
            <pc:docMk/>
            <pc:sldMk cId="2264175049" sldId="292"/>
            <ac:picMk id="3" creationId="{045C11AE-2B80-DB42-AFCB-9FBA81E5C6D2}"/>
          </ac:picMkLst>
        </pc:picChg>
      </pc:sldChg>
      <pc:sldChg chg="delSp add del mod setBg">
        <pc:chgData name="Lucas Massena" userId="c960694c378a3271" providerId="LiveId" clId="{BF54E404-9FD7-4857-B1EE-D455E4E91BFB}" dt="2025-12-09T22:51:27.735" v="192" actId="478"/>
        <pc:sldMkLst>
          <pc:docMk/>
          <pc:sldMk cId="3797414506" sldId="293"/>
        </pc:sldMkLst>
        <pc:spChg chg="del">
          <ac:chgData name="Lucas Massena" userId="c960694c378a3271" providerId="LiveId" clId="{BF54E404-9FD7-4857-B1EE-D455E4E91BFB}" dt="2025-12-09T22:51:27.735" v="192" actId="478"/>
          <ac:spMkLst>
            <pc:docMk/>
            <pc:sldMk cId="3797414506" sldId="293"/>
            <ac:spMk id="9" creationId="{84BF795F-B555-B92A-C859-D6A7A050B286}"/>
          </ac:spMkLst>
        </pc:spChg>
        <pc:spChg chg="del">
          <ac:chgData name="Lucas Massena" userId="c960694c378a3271" providerId="LiveId" clId="{BF54E404-9FD7-4857-B1EE-D455E4E91BFB}" dt="2025-12-09T22:51:25.089" v="190" actId="478"/>
          <ac:spMkLst>
            <pc:docMk/>
            <pc:sldMk cId="3797414506" sldId="293"/>
            <ac:spMk id="10" creationId="{9FD46512-CDCB-7B8F-1F7A-9001BEBC4C13}"/>
          </ac:spMkLst>
        </pc:spChg>
        <pc:picChg chg="del">
          <ac:chgData name="Lucas Massena" userId="c960694c378a3271" providerId="LiveId" clId="{BF54E404-9FD7-4857-B1EE-D455E4E91BFB}" dt="2025-12-09T22:51:26.167" v="191" actId="478"/>
          <ac:picMkLst>
            <pc:docMk/>
            <pc:sldMk cId="3797414506" sldId="293"/>
            <ac:picMk id="3" creationId="{BFFC7C87-E89F-8FF7-F783-391E0A7F4DF7}"/>
          </ac:picMkLst>
        </pc:picChg>
        <pc:picChg chg="del">
          <ac:chgData name="Lucas Massena" userId="c960694c378a3271" providerId="LiveId" clId="{BF54E404-9FD7-4857-B1EE-D455E4E91BFB}" dt="2025-12-09T22:51:25.089" v="190" actId="478"/>
          <ac:picMkLst>
            <pc:docMk/>
            <pc:sldMk cId="3797414506" sldId="293"/>
            <ac:picMk id="4" creationId="{A38E7B33-63FA-AE0E-3B62-AEB55DE14C80}"/>
          </ac:picMkLst>
        </pc:picChg>
        <pc:picChg chg="del">
          <ac:chgData name="Lucas Massena" userId="c960694c378a3271" providerId="LiveId" clId="{BF54E404-9FD7-4857-B1EE-D455E4E91BFB}" dt="2025-12-09T22:51:25.089" v="190" actId="478"/>
          <ac:picMkLst>
            <pc:docMk/>
            <pc:sldMk cId="3797414506" sldId="293"/>
            <ac:picMk id="5" creationId="{798DDCF3-D6D0-9FB6-DBCC-048E49799686}"/>
          </ac:picMkLst>
        </pc:picChg>
      </pc:sldChg>
      <pc:sldChg chg="add del">
        <pc:chgData name="Lucas Massena" userId="c960694c378a3271" providerId="LiveId" clId="{BF54E404-9FD7-4857-B1EE-D455E4E91BFB}" dt="2025-12-09T22:51:47.341" v="199" actId="47"/>
        <pc:sldMkLst>
          <pc:docMk/>
          <pc:sldMk cId="1164387163" sldId="294"/>
        </pc:sldMkLst>
      </pc:sldChg>
      <pc:sldChg chg="delSp add del mod">
        <pc:chgData name="Lucas Massena" userId="c960694c378a3271" providerId="LiveId" clId="{BF54E404-9FD7-4857-B1EE-D455E4E91BFB}" dt="2025-12-09T22:51:36.197" v="196" actId="478"/>
        <pc:sldMkLst>
          <pc:docMk/>
          <pc:sldMk cId="499571607" sldId="295"/>
        </pc:sldMkLst>
        <pc:spChg chg="del">
          <ac:chgData name="Lucas Massena" userId="c960694c378a3271" providerId="LiveId" clId="{BF54E404-9FD7-4857-B1EE-D455E4E91BFB}" dt="2025-12-09T22:51:36.197" v="196" actId="478"/>
          <ac:spMkLst>
            <pc:docMk/>
            <pc:sldMk cId="499571607" sldId="295"/>
            <ac:spMk id="9" creationId="{98BB4AFD-7F0A-A190-218A-3DF90A2B5782}"/>
          </ac:spMkLst>
        </pc:spChg>
        <pc:picChg chg="del">
          <ac:chgData name="Lucas Massena" userId="c960694c378a3271" providerId="LiveId" clId="{BF54E404-9FD7-4857-B1EE-D455E4E91BFB}" dt="2025-12-09T22:51:34.779" v="195" actId="478"/>
          <ac:picMkLst>
            <pc:docMk/>
            <pc:sldMk cId="499571607" sldId="295"/>
            <ac:picMk id="2" creationId="{EA939F70-2331-28A2-782D-1AAB769E144E}"/>
          </ac:picMkLst>
        </pc:picChg>
        <pc:picChg chg="del">
          <ac:chgData name="Lucas Massena" userId="c960694c378a3271" providerId="LiveId" clId="{BF54E404-9FD7-4857-B1EE-D455E4E91BFB}" dt="2025-12-09T22:51:36.197" v="196" actId="478"/>
          <ac:picMkLst>
            <pc:docMk/>
            <pc:sldMk cId="499571607" sldId="295"/>
            <ac:picMk id="3" creationId="{2B1A47C1-E0E8-B1CF-5974-6856CFE772ED}"/>
          </ac:picMkLst>
        </pc:picChg>
      </pc:sldChg>
      <pc:sldChg chg="delSp add del mod">
        <pc:chgData name="Lucas Massena" userId="c960694c378a3271" providerId="LiveId" clId="{BF54E404-9FD7-4857-B1EE-D455E4E91BFB}" dt="2025-12-09T22:51:42.805" v="198" actId="478"/>
        <pc:sldMkLst>
          <pc:docMk/>
          <pc:sldMk cId="921186821" sldId="296"/>
        </pc:sldMkLst>
        <pc:spChg chg="del">
          <ac:chgData name="Lucas Massena" userId="c960694c378a3271" providerId="LiveId" clId="{BF54E404-9FD7-4857-B1EE-D455E4E91BFB}" dt="2025-12-09T22:51:42.805" v="198" actId="478"/>
          <ac:spMkLst>
            <pc:docMk/>
            <pc:sldMk cId="921186821" sldId="296"/>
            <ac:spMk id="9" creationId="{FEA9BC2D-AA9B-D9CA-D5FB-5433AA39693C}"/>
          </ac:spMkLst>
        </pc:spChg>
        <pc:picChg chg="del">
          <ac:chgData name="Lucas Massena" userId="c960694c378a3271" providerId="LiveId" clId="{BF54E404-9FD7-4857-B1EE-D455E4E91BFB}" dt="2025-12-09T22:51:41.188" v="197" actId="478"/>
          <ac:picMkLst>
            <pc:docMk/>
            <pc:sldMk cId="921186821" sldId="296"/>
            <ac:picMk id="2" creationId="{CB700E84-4575-E86E-C33D-F399E1312384}"/>
          </ac:picMkLst>
        </pc:picChg>
        <pc:picChg chg="del">
          <ac:chgData name="Lucas Massena" userId="c960694c378a3271" providerId="LiveId" clId="{BF54E404-9FD7-4857-B1EE-D455E4E91BFB}" dt="2025-12-09T22:51:42.805" v="198" actId="478"/>
          <ac:picMkLst>
            <pc:docMk/>
            <pc:sldMk cId="921186821" sldId="296"/>
            <ac:picMk id="3" creationId="{5108856A-8A3A-4056-21AC-754836BDF1C4}"/>
          </ac:picMkLst>
        </pc:picChg>
      </pc:sldChg>
      <pc:sldChg chg="delSp add del mod setBg">
        <pc:chgData name="Lucas Massena" userId="c960694c378a3271" providerId="LiveId" clId="{BF54E404-9FD7-4857-B1EE-D455E4E91BFB}" dt="2025-12-09T22:51:52.422" v="201" actId="478"/>
        <pc:sldMkLst>
          <pc:docMk/>
          <pc:sldMk cId="1427551191" sldId="297"/>
        </pc:sldMkLst>
        <pc:spChg chg="del">
          <ac:chgData name="Lucas Massena" userId="c960694c378a3271" providerId="LiveId" clId="{BF54E404-9FD7-4857-B1EE-D455E4E91BFB}" dt="2025-12-09T22:51:52.422" v="201" actId="478"/>
          <ac:spMkLst>
            <pc:docMk/>
            <pc:sldMk cId="1427551191" sldId="297"/>
            <ac:spMk id="9" creationId="{04735501-A2A8-24A1-A211-F92605394A64}"/>
          </ac:spMkLst>
        </pc:spChg>
        <pc:spChg chg="del">
          <ac:chgData name="Lucas Massena" userId="c960694c378a3271" providerId="LiveId" clId="{BF54E404-9FD7-4857-B1EE-D455E4E91BFB}" dt="2025-12-09T22:51:50.783" v="200" actId="478"/>
          <ac:spMkLst>
            <pc:docMk/>
            <pc:sldMk cId="1427551191" sldId="297"/>
            <ac:spMk id="10" creationId="{B1D58536-3F20-89AE-3C95-9FCCC53BA016}"/>
          </ac:spMkLst>
        </pc:spChg>
        <pc:picChg chg="del">
          <ac:chgData name="Lucas Massena" userId="c960694c378a3271" providerId="LiveId" clId="{BF54E404-9FD7-4857-B1EE-D455E4E91BFB}" dt="2025-12-09T22:51:50.783" v="200" actId="478"/>
          <ac:picMkLst>
            <pc:docMk/>
            <pc:sldMk cId="1427551191" sldId="297"/>
            <ac:picMk id="3" creationId="{0C130595-C136-4E58-AEF7-A5049815A009}"/>
          </ac:picMkLst>
        </pc:picChg>
        <pc:picChg chg="del">
          <ac:chgData name="Lucas Massena" userId="c960694c378a3271" providerId="LiveId" clId="{BF54E404-9FD7-4857-B1EE-D455E4E91BFB}" dt="2025-12-09T22:51:50.783" v="200" actId="478"/>
          <ac:picMkLst>
            <pc:docMk/>
            <pc:sldMk cId="1427551191" sldId="297"/>
            <ac:picMk id="4" creationId="{B557E30B-7897-F84F-C36B-C6142FA4570A}"/>
          </ac:picMkLst>
        </pc:picChg>
        <pc:picChg chg="del">
          <ac:chgData name="Lucas Massena" userId="c960694c378a3271" providerId="LiveId" clId="{BF54E404-9FD7-4857-B1EE-D455E4E91BFB}" dt="2025-12-09T22:51:50.783" v="200" actId="478"/>
          <ac:picMkLst>
            <pc:docMk/>
            <pc:sldMk cId="1427551191" sldId="297"/>
            <ac:picMk id="5" creationId="{91820C96-E5B0-F3FC-75CA-D986F421C091}"/>
          </ac:picMkLst>
        </pc:picChg>
      </pc:sldChg>
      <pc:sldChg chg="delSp mod">
        <pc:chgData name="Lucas Massena" userId="c960694c378a3271" providerId="LiveId" clId="{BF54E404-9FD7-4857-B1EE-D455E4E91BFB}" dt="2025-12-09T22:52:04.893" v="204" actId="478"/>
        <pc:sldMkLst>
          <pc:docMk/>
          <pc:sldMk cId="0" sldId="300"/>
        </pc:sldMkLst>
        <pc:spChg chg="del">
          <ac:chgData name="Lucas Massena" userId="c960694c378a3271" providerId="LiveId" clId="{BF54E404-9FD7-4857-B1EE-D455E4E91BFB}" dt="2025-12-09T22:52:04.893" v="204" actId="478"/>
          <ac:spMkLst>
            <pc:docMk/>
            <pc:sldMk cId="0" sldId="300"/>
            <ac:spMk id="13" creationId="{00000000-0000-0000-0000-000000000000}"/>
          </ac:spMkLst>
        </pc:spChg>
        <pc:picChg chg="del">
          <ac:chgData name="Lucas Massena" userId="c960694c378a3271" providerId="LiveId" clId="{BF54E404-9FD7-4857-B1EE-D455E4E91BFB}" dt="2025-12-09T22:52:04.893" v="204" actId="478"/>
          <ac:picMkLst>
            <pc:docMk/>
            <pc:sldMk cId="0" sldId="300"/>
            <ac:picMk id="6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52:04.893" v="204" actId="478"/>
          <ac:picMkLst>
            <pc:docMk/>
            <pc:sldMk cId="0" sldId="300"/>
            <ac:picMk id="7" creationId="{00000000-0000-0000-0000-000000000000}"/>
          </ac:picMkLst>
        </pc:picChg>
      </pc:sldChg>
      <pc:sldChg chg="delSp add del mod setBg">
        <pc:chgData name="Lucas Massena" userId="c960694c378a3271" providerId="LiveId" clId="{BF54E404-9FD7-4857-B1EE-D455E4E91BFB}" dt="2025-12-09T22:50:16.702" v="162" actId="478"/>
        <pc:sldMkLst>
          <pc:docMk/>
          <pc:sldMk cId="1882282651" sldId="301"/>
        </pc:sldMkLst>
        <pc:spChg chg="del">
          <ac:chgData name="Lucas Massena" userId="c960694c378a3271" providerId="LiveId" clId="{BF54E404-9FD7-4857-B1EE-D455E4E91BFB}" dt="2025-12-09T22:50:16.702" v="162" actId="478"/>
          <ac:spMkLst>
            <pc:docMk/>
            <pc:sldMk cId="1882282651" sldId="301"/>
            <ac:spMk id="9" creationId="{954D2DB7-3E70-ACBF-BFAA-8D24B5F9117C}"/>
          </ac:spMkLst>
        </pc:spChg>
        <pc:spChg chg="del">
          <ac:chgData name="Lucas Massena" userId="c960694c378a3271" providerId="LiveId" clId="{BF54E404-9FD7-4857-B1EE-D455E4E91BFB}" dt="2025-12-09T22:49:51.014" v="159" actId="478"/>
          <ac:spMkLst>
            <pc:docMk/>
            <pc:sldMk cId="1882282651" sldId="301"/>
            <ac:spMk id="10" creationId="{5D00AE1D-1365-2D36-91C7-992B4EA6B843}"/>
          </ac:spMkLst>
        </pc:spChg>
        <pc:picChg chg="del">
          <ac:chgData name="Lucas Massena" userId="c960694c378a3271" providerId="LiveId" clId="{BF54E404-9FD7-4857-B1EE-D455E4E91BFB}" dt="2025-12-09T22:49:48.149" v="156" actId="478"/>
          <ac:picMkLst>
            <pc:docMk/>
            <pc:sldMk cId="1882282651" sldId="301"/>
            <ac:picMk id="3" creationId="{93765D4B-C11A-C9E7-A443-CB8FDDBD9F85}"/>
          </ac:picMkLst>
        </pc:picChg>
        <pc:picChg chg="del">
          <ac:chgData name="Lucas Massena" userId="c960694c378a3271" providerId="LiveId" clId="{BF54E404-9FD7-4857-B1EE-D455E4E91BFB}" dt="2025-12-09T22:49:48.852" v="157" actId="478"/>
          <ac:picMkLst>
            <pc:docMk/>
            <pc:sldMk cId="1882282651" sldId="301"/>
            <ac:picMk id="4" creationId="{E567C272-E058-99DE-5B8A-E59968C38EE1}"/>
          </ac:picMkLst>
        </pc:picChg>
        <pc:picChg chg="del">
          <ac:chgData name="Lucas Massena" userId="c960694c378a3271" providerId="LiveId" clId="{BF54E404-9FD7-4857-B1EE-D455E4E91BFB}" dt="2025-12-09T22:49:49.857" v="158" actId="478"/>
          <ac:picMkLst>
            <pc:docMk/>
            <pc:sldMk cId="1882282651" sldId="301"/>
            <ac:picMk id="5" creationId="{97F7F5EF-D370-3FA5-2176-3479D1996648}"/>
          </ac:picMkLst>
        </pc:picChg>
      </pc:sldChg>
      <pc:sldChg chg="delSp add del mod setBg">
        <pc:chgData name="Lucas Massena" userId="c960694c378a3271" providerId="LiveId" clId="{BF54E404-9FD7-4857-B1EE-D455E4E91BFB}" dt="2025-12-09T22:53:14.564" v="205" actId="47"/>
        <pc:sldMkLst>
          <pc:docMk/>
          <pc:sldMk cId="0" sldId="302"/>
        </pc:sldMkLst>
        <pc:spChg chg="del">
          <ac:chgData name="Lucas Massena" userId="c960694c378a3271" providerId="LiveId" clId="{BF54E404-9FD7-4857-B1EE-D455E4E91BFB}" dt="2025-12-09T22:50:20.588" v="164" actId="478"/>
          <ac:spMkLst>
            <pc:docMk/>
            <pc:sldMk cId="0" sldId="302"/>
            <ac:spMk id="8" creationId="{00000000-0000-0000-0000-000000000000}"/>
          </ac:spMkLst>
        </pc:spChg>
        <pc:spChg chg="del">
          <ac:chgData name="Lucas Massena" userId="c960694c378a3271" providerId="LiveId" clId="{BF54E404-9FD7-4857-B1EE-D455E4E91BFB}" dt="2025-12-09T22:50:19.159" v="163" actId="478"/>
          <ac:spMkLst>
            <pc:docMk/>
            <pc:sldMk cId="0" sldId="302"/>
            <ac:spMk id="9" creationId="{00000000-0000-0000-0000-000000000000}"/>
          </ac:spMkLst>
        </pc:spChg>
        <pc:picChg chg="del">
          <ac:chgData name="Lucas Massena" userId="c960694c378a3271" providerId="LiveId" clId="{BF54E404-9FD7-4857-B1EE-D455E4E91BFB}" dt="2025-12-09T22:50:19.159" v="163" actId="478"/>
          <ac:picMkLst>
            <pc:docMk/>
            <pc:sldMk cId="0" sldId="302"/>
            <ac:picMk id="2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50:19.159" v="163" actId="478"/>
          <ac:picMkLst>
            <pc:docMk/>
            <pc:sldMk cId="0" sldId="302"/>
            <ac:picMk id="3" creationId="{00000000-0000-0000-0000-000000000000}"/>
          </ac:picMkLst>
        </pc:picChg>
      </pc:sldChg>
      <pc:sldChg chg="delSp add del mod setBg">
        <pc:chgData name="Lucas Massena" userId="c960694c378a3271" providerId="LiveId" clId="{BF54E404-9FD7-4857-B1EE-D455E4E91BFB}" dt="2025-12-09T22:53:15.979" v="206" actId="47"/>
        <pc:sldMkLst>
          <pc:docMk/>
          <pc:sldMk cId="2789256094" sldId="303"/>
        </pc:sldMkLst>
        <pc:spChg chg="del">
          <ac:chgData name="Lucas Massena" userId="c960694c378a3271" providerId="LiveId" clId="{BF54E404-9FD7-4857-B1EE-D455E4E91BFB}" dt="2025-12-09T22:50:25.341" v="166" actId="478"/>
          <ac:spMkLst>
            <pc:docMk/>
            <pc:sldMk cId="2789256094" sldId="303"/>
            <ac:spMk id="8" creationId="{15841C83-7B5E-A7E7-0052-4753B549081B}"/>
          </ac:spMkLst>
        </pc:spChg>
        <pc:spChg chg="del">
          <ac:chgData name="Lucas Massena" userId="c960694c378a3271" providerId="LiveId" clId="{BF54E404-9FD7-4857-B1EE-D455E4E91BFB}" dt="2025-12-09T22:50:23.967" v="165" actId="478"/>
          <ac:spMkLst>
            <pc:docMk/>
            <pc:sldMk cId="2789256094" sldId="303"/>
            <ac:spMk id="9" creationId="{C7B71E15-573B-F55E-D3F2-8AA7027F285B}"/>
          </ac:spMkLst>
        </pc:spChg>
        <pc:picChg chg="del">
          <ac:chgData name="Lucas Massena" userId="c960694c378a3271" providerId="LiveId" clId="{BF54E404-9FD7-4857-B1EE-D455E4E91BFB}" dt="2025-12-09T22:50:23.967" v="165" actId="478"/>
          <ac:picMkLst>
            <pc:docMk/>
            <pc:sldMk cId="2789256094" sldId="303"/>
            <ac:picMk id="2" creationId="{29C7095E-357E-17C3-A7C2-DCBF1CF5F9C5}"/>
          </ac:picMkLst>
        </pc:picChg>
        <pc:picChg chg="del">
          <ac:chgData name="Lucas Massena" userId="c960694c378a3271" providerId="LiveId" clId="{BF54E404-9FD7-4857-B1EE-D455E4E91BFB}" dt="2025-12-09T22:50:23.967" v="165" actId="478"/>
          <ac:picMkLst>
            <pc:docMk/>
            <pc:sldMk cId="2789256094" sldId="303"/>
            <ac:picMk id="3" creationId="{04BFB776-509D-AB9A-87AC-9C84DA68A348}"/>
          </ac:picMkLst>
        </pc:picChg>
      </pc:sldChg>
      <pc:sldChg chg="delSp add del mod setBg">
        <pc:chgData name="Lucas Massena" userId="c960694c378a3271" providerId="LiveId" clId="{BF54E404-9FD7-4857-B1EE-D455E4E91BFB}" dt="2025-12-09T22:50:31.307" v="168" actId="478"/>
        <pc:sldMkLst>
          <pc:docMk/>
          <pc:sldMk cId="0" sldId="304"/>
        </pc:sldMkLst>
        <pc:spChg chg="del">
          <ac:chgData name="Lucas Massena" userId="c960694c378a3271" providerId="LiveId" clId="{BF54E404-9FD7-4857-B1EE-D455E4E91BFB}" dt="2025-12-09T22:50:31.307" v="168" actId="478"/>
          <ac:spMkLst>
            <pc:docMk/>
            <pc:sldMk cId="0" sldId="304"/>
            <ac:spMk id="9" creationId="{00000000-0000-0000-0000-000000000000}"/>
          </ac:spMkLst>
        </pc:spChg>
        <pc:spChg chg="del">
          <ac:chgData name="Lucas Massena" userId="c960694c378a3271" providerId="LiveId" clId="{BF54E404-9FD7-4857-B1EE-D455E4E91BFB}" dt="2025-12-09T22:50:29.801" v="167" actId="478"/>
          <ac:spMkLst>
            <pc:docMk/>
            <pc:sldMk cId="0" sldId="304"/>
            <ac:spMk id="10" creationId="{00000000-0000-0000-0000-000000000000}"/>
          </ac:spMkLst>
        </pc:spChg>
        <pc:picChg chg="del">
          <ac:chgData name="Lucas Massena" userId="c960694c378a3271" providerId="LiveId" clId="{BF54E404-9FD7-4857-B1EE-D455E4E91BFB}" dt="2025-12-09T22:50:29.801" v="167" actId="478"/>
          <ac:picMkLst>
            <pc:docMk/>
            <pc:sldMk cId="0" sldId="304"/>
            <ac:picMk id="3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50:29.801" v="167" actId="478"/>
          <ac:picMkLst>
            <pc:docMk/>
            <pc:sldMk cId="0" sldId="304"/>
            <ac:picMk id="4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50:29.801" v="167" actId="478"/>
          <ac:picMkLst>
            <pc:docMk/>
            <pc:sldMk cId="0" sldId="304"/>
            <ac:picMk id="5" creationId="{00000000-0000-0000-0000-000000000000}"/>
          </ac:picMkLst>
        </pc:picChg>
      </pc:sldChg>
      <pc:sldChg chg="delSp add del mod">
        <pc:chgData name="Lucas Massena" userId="c960694c378a3271" providerId="LiveId" clId="{BF54E404-9FD7-4857-B1EE-D455E4E91BFB}" dt="2025-12-09T22:50:35.292" v="170" actId="478"/>
        <pc:sldMkLst>
          <pc:docMk/>
          <pc:sldMk cId="2327595892" sldId="305"/>
        </pc:sldMkLst>
        <pc:spChg chg="del">
          <ac:chgData name="Lucas Massena" userId="c960694c378a3271" providerId="LiveId" clId="{BF54E404-9FD7-4857-B1EE-D455E4E91BFB}" dt="2025-12-09T22:50:35.292" v="170" actId="478"/>
          <ac:spMkLst>
            <pc:docMk/>
            <pc:sldMk cId="2327595892" sldId="305"/>
            <ac:spMk id="8" creationId="{41348B71-D234-C901-F3F3-718FD7915E05}"/>
          </ac:spMkLst>
        </pc:spChg>
        <pc:spChg chg="del">
          <ac:chgData name="Lucas Massena" userId="c960694c378a3271" providerId="LiveId" clId="{BF54E404-9FD7-4857-B1EE-D455E4E91BFB}" dt="2025-12-09T22:50:33.715" v="169" actId="478"/>
          <ac:spMkLst>
            <pc:docMk/>
            <pc:sldMk cId="2327595892" sldId="305"/>
            <ac:spMk id="9" creationId="{ACF36964-0CF6-2F15-7E7C-A69D003FD429}"/>
          </ac:spMkLst>
        </pc:spChg>
        <pc:picChg chg="del">
          <ac:chgData name="Lucas Massena" userId="c960694c378a3271" providerId="LiveId" clId="{BF54E404-9FD7-4857-B1EE-D455E4E91BFB}" dt="2025-12-09T22:50:33.715" v="169" actId="478"/>
          <ac:picMkLst>
            <pc:docMk/>
            <pc:sldMk cId="2327595892" sldId="305"/>
            <ac:picMk id="2" creationId="{FCC95517-99EF-DC0C-3E65-E85968D57793}"/>
          </ac:picMkLst>
        </pc:picChg>
        <pc:picChg chg="del">
          <ac:chgData name="Lucas Massena" userId="c960694c378a3271" providerId="LiveId" clId="{BF54E404-9FD7-4857-B1EE-D455E4E91BFB}" dt="2025-12-09T22:50:33.715" v="169" actId="478"/>
          <ac:picMkLst>
            <pc:docMk/>
            <pc:sldMk cId="2327595892" sldId="305"/>
            <ac:picMk id="3" creationId="{EDA5EF56-6C37-9B73-3527-1E48C9AADA32}"/>
          </ac:picMkLst>
        </pc:picChg>
      </pc:sldChg>
      <pc:sldChg chg="delSp add del mod setBg">
        <pc:chgData name="Lucas Massena" userId="c960694c378a3271" providerId="LiveId" clId="{BF54E404-9FD7-4857-B1EE-D455E4E91BFB}" dt="2025-12-09T22:50:41.446" v="172" actId="478"/>
        <pc:sldMkLst>
          <pc:docMk/>
          <pc:sldMk cId="3928015898" sldId="306"/>
        </pc:sldMkLst>
        <pc:spChg chg="del">
          <ac:chgData name="Lucas Massena" userId="c960694c378a3271" providerId="LiveId" clId="{BF54E404-9FD7-4857-B1EE-D455E4E91BFB}" dt="2025-12-09T22:50:41.446" v="172" actId="478"/>
          <ac:spMkLst>
            <pc:docMk/>
            <pc:sldMk cId="3928015898" sldId="306"/>
            <ac:spMk id="9" creationId="{3276654E-0CCD-C4D8-F7E8-A94968A64DC1}"/>
          </ac:spMkLst>
        </pc:spChg>
        <pc:spChg chg="del">
          <ac:chgData name="Lucas Massena" userId="c960694c378a3271" providerId="LiveId" clId="{BF54E404-9FD7-4857-B1EE-D455E4E91BFB}" dt="2025-12-09T22:50:38.595" v="171" actId="478"/>
          <ac:spMkLst>
            <pc:docMk/>
            <pc:sldMk cId="3928015898" sldId="306"/>
            <ac:spMk id="10" creationId="{366C9419-1AAA-26E9-850E-583E973CE653}"/>
          </ac:spMkLst>
        </pc:spChg>
        <pc:picChg chg="del">
          <ac:chgData name="Lucas Massena" userId="c960694c378a3271" providerId="LiveId" clId="{BF54E404-9FD7-4857-B1EE-D455E4E91BFB}" dt="2025-12-09T22:50:38.595" v="171" actId="478"/>
          <ac:picMkLst>
            <pc:docMk/>
            <pc:sldMk cId="3928015898" sldId="306"/>
            <ac:picMk id="3" creationId="{4529D9C8-CEEA-6B15-82E9-05F4E7393C47}"/>
          </ac:picMkLst>
        </pc:picChg>
        <pc:picChg chg="del">
          <ac:chgData name="Lucas Massena" userId="c960694c378a3271" providerId="LiveId" clId="{BF54E404-9FD7-4857-B1EE-D455E4E91BFB}" dt="2025-12-09T22:50:38.595" v="171" actId="478"/>
          <ac:picMkLst>
            <pc:docMk/>
            <pc:sldMk cId="3928015898" sldId="306"/>
            <ac:picMk id="4" creationId="{9B69AD01-67C6-0900-9F7E-461788A5C161}"/>
          </ac:picMkLst>
        </pc:picChg>
        <pc:picChg chg="del">
          <ac:chgData name="Lucas Massena" userId="c960694c378a3271" providerId="LiveId" clId="{BF54E404-9FD7-4857-B1EE-D455E4E91BFB}" dt="2025-12-09T22:50:38.595" v="171" actId="478"/>
          <ac:picMkLst>
            <pc:docMk/>
            <pc:sldMk cId="3928015898" sldId="306"/>
            <ac:picMk id="5" creationId="{B224554B-AB89-40FC-0287-941C4C4A4984}"/>
          </ac:picMkLst>
        </pc:picChg>
      </pc:sldChg>
      <pc:sldChg chg="delSp add del mod">
        <pc:chgData name="Lucas Massena" userId="c960694c378a3271" providerId="LiveId" clId="{BF54E404-9FD7-4857-B1EE-D455E4E91BFB}" dt="2025-12-09T22:50:46.091" v="174" actId="478"/>
        <pc:sldMkLst>
          <pc:docMk/>
          <pc:sldMk cId="359162459" sldId="307"/>
        </pc:sldMkLst>
        <pc:spChg chg="del">
          <ac:chgData name="Lucas Massena" userId="c960694c378a3271" providerId="LiveId" clId="{BF54E404-9FD7-4857-B1EE-D455E4E91BFB}" dt="2025-12-09T22:50:46.091" v="174" actId="478"/>
          <ac:spMkLst>
            <pc:docMk/>
            <pc:sldMk cId="359162459" sldId="307"/>
            <ac:spMk id="8" creationId="{7BD9B376-5F3C-718D-7786-1F0E91978B73}"/>
          </ac:spMkLst>
        </pc:spChg>
        <pc:spChg chg="del">
          <ac:chgData name="Lucas Massena" userId="c960694c378a3271" providerId="LiveId" clId="{BF54E404-9FD7-4857-B1EE-D455E4E91BFB}" dt="2025-12-09T22:50:44.634" v="173" actId="478"/>
          <ac:spMkLst>
            <pc:docMk/>
            <pc:sldMk cId="359162459" sldId="307"/>
            <ac:spMk id="9" creationId="{95F434CF-39BD-4A80-AA6A-B5A313D962A3}"/>
          </ac:spMkLst>
        </pc:spChg>
        <pc:picChg chg="del">
          <ac:chgData name="Lucas Massena" userId="c960694c378a3271" providerId="LiveId" clId="{BF54E404-9FD7-4857-B1EE-D455E4E91BFB}" dt="2025-12-09T22:50:44.634" v="173" actId="478"/>
          <ac:picMkLst>
            <pc:docMk/>
            <pc:sldMk cId="359162459" sldId="307"/>
            <ac:picMk id="2" creationId="{A8B620B0-0080-1611-F215-1DC67EA4B1BD}"/>
          </ac:picMkLst>
        </pc:picChg>
        <pc:picChg chg="del">
          <ac:chgData name="Lucas Massena" userId="c960694c378a3271" providerId="LiveId" clId="{BF54E404-9FD7-4857-B1EE-D455E4E91BFB}" dt="2025-12-09T22:50:44.634" v="173" actId="478"/>
          <ac:picMkLst>
            <pc:docMk/>
            <pc:sldMk cId="359162459" sldId="307"/>
            <ac:picMk id="3" creationId="{D0D76B7B-7BB7-03F8-6A16-73F4AC5D8EF1}"/>
          </ac:picMkLst>
        </pc:picChg>
      </pc:sldChg>
      <pc:sldChg chg="delSp add mod">
        <pc:chgData name="Lucas Massena" userId="c960694c378a3271" providerId="LiveId" clId="{BF54E404-9FD7-4857-B1EE-D455E4E91BFB}" dt="2025-12-09T22:50:53.769" v="176" actId="478"/>
        <pc:sldMkLst>
          <pc:docMk/>
          <pc:sldMk cId="1616216921" sldId="308"/>
        </pc:sldMkLst>
        <pc:spChg chg="del">
          <ac:chgData name="Lucas Massena" userId="c960694c378a3271" providerId="LiveId" clId="{BF54E404-9FD7-4857-B1EE-D455E4E91BFB}" dt="2025-12-09T22:50:53.769" v="176" actId="478"/>
          <ac:spMkLst>
            <pc:docMk/>
            <pc:sldMk cId="1616216921" sldId="308"/>
            <ac:spMk id="8" creationId="{5920B545-932D-20EF-E8FC-7D94672C6DAC}"/>
          </ac:spMkLst>
        </pc:spChg>
        <pc:spChg chg="del">
          <ac:chgData name="Lucas Massena" userId="c960694c378a3271" providerId="LiveId" clId="{BF54E404-9FD7-4857-B1EE-D455E4E91BFB}" dt="2025-12-09T22:50:51.944" v="175" actId="478"/>
          <ac:spMkLst>
            <pc:docMk/>
            <pc:sldMk cId="1616216921" sldId="308"/>
            <ac:spMk id="9" creationId="{3149EF1E-B461-EDD8-2241-E66E3D5E8CA7}"/>
          </ac:spMkLst>
        </pc:spChg>
        <pc:picChg chg="del">
          <ac:chgData name="Lucas Massena" userId="c960694c378a3271" providerId="LiveId" clId="{BF54E404-9FD7-4857-B1EE-D455E4E91BFB}" dt="2025-12-09T22:50:51.944" v="175" actId="478"/>
          <ac:picMkLst>
            <pc:docMk/>
            <pc:sldMk cId="1616216921" sldId="308"/>
            <ac:picMk id="2" creationId="{6E2EC303-3BEA-7A41-5AC1-DF70911B2A35}"/>
          </ac:picMkLst>
        </pc:picChg>
        <pc:picChg chg="del">
          <ac:chgData name="Lucas Massena" userId="c960694c378a3271" providerId="LiveId" clId="{BF54E404-9FD7-4857-B1EE-D455E4E91BFB}" dt="2025-12-09T22:50:51.944" v="175" actId="478"/>
          <ac:picMkLst>
            <pc:docMk/>
            <pc:sldMk cId="1616216921" sldId="308"/>
            <ac:picMk id="3" creationId="{335CA842-9F13-92AB-0DF9-7C75B408879A}"/>
          </ac:picMkLst>
        </pc:picChg>
      </pc:sldChg>
      <pc:sldChg chg="add del">
        <pc:chgData name="Lucas Massena" userId="c960694c378a3271" providerId="LiveId" clId="{BF54E404-9FD7-4857-B1EE-D455E4E91BFB}" dt="2025-12-09T22:49:40.962" v="154"/>
        <pc:sldMkLst>
          <pc:docMk/>
          <pc:sldMk cId="2870956618" sldId="308"/>
        </pc:sldMkLst>
      </pc:sldChg>
      <pc:sldChg chg="delSp add del mod">
        <pc:chgData name="Lucas Massena" userId="c960694c378a3271" providerId="LiveId" clId="{BF54E404-9FD7-4857-B1EE-D455E4E91BFB}" dt="2025-12-09T22:50:58.597" v="179" actId="478"/>
        <pc:sldMkLst>
          <pc:docMk/>
          <pc:sldMk cId="148363420" sldId="309"/>
        </pc:sldMkLst>
        <pc:spChg chg="del">
          <ac:chgData name="Lucas Massena" userId="c960694c378a3271" providerId="LiveId" clId="{BF54E404-9FD7-4857-B1EE-D455E4E91BFB}" dt="2025-12-09T22:50:58.597" v="179" actId="478"/>
          <ac:spMkLst>
            <pc:docMk/>
            <pc:sldMk cId="148363420" sldId="309"/>
            <ac:spMk id="8" creationId="{DCFCD959-4771-B494-C43F-A36E244FB487}"/>
          </ac:spMkLst>
        </pc:spChg>
        <pc:spChg chg="del">
          <ac:chgData name="Lucas Massena" userId="c960694c378a3271" providerId="LiveId" clId="{BF54E404-9FD7-4857-B1EE-D455E4E91BFB}" dt="2025-12-09T22:50:56.650" v="177" actId="478"/>
          <ac:spMkLst>
            <pc:docMk/>
            <pc:sldMk cId="148363420" sldId="309"/>
            <ac:spMk id="9" creationId="{AB77D3C0-B87B-D36E-2961-C3ECE99BB32F}"/>
          </ac:spMkLst>
        </pc:spChg>
        <pc:picChg chg="del">
          <ac:chgData name="Lucas Massena" userId="c960694c378a3271" providerId="LiveId" clId="{BF54E404-9FD7-4857-B1EE-D455E4E91BFB}" dt="2025-12-09T22:50:56.650" v="177" actId="478"/>
          <ac:picMkLst>
            <pc:docMk/>
            <pc:sldMk cId="148363420" sldId="309"/>
            <ac:picMk id="2" creationId="{EDC8BE2E-8842-30CA-7CE1-7994195D7870}"/>
          </ac:picMkLst>
        </pc:picChg>
        <pc:picChg chg="del">
          <ac:chgData name="Lucas Massena" userId="c960694c378a3271" providerId="LiveId" clId="{BF54E404-9FD7-4857-B1EE-D455E4E91BFB}" dt="2025-12-09T22:50:57.297" v="178" actId="478"/>
          <ac:picMkLst>
            <pc:docMk/>
            <pc:sldMk cId="148363420" sldId="309"/>
            <ac:picMk id="3" creationId="{BA466FD0-DCA3-E788-D44A-C1D4F3CE9A83}"/>
          </ac:picMkLst>
        </pc:picChg>
      </pc:sldChg>
      <pc:sldChg chg="delSp add del mod">
        <pc:chgData name="Lucas Massena" userId="c960694c378a3271" providerId="LiveId" clId="{BF54E404-9FD7-4857-B1EE-D455E4E91BFB}" dt="2025-12-09T22:51:03.440" v="181" actId="478"/>
        <pc:sldMkLst>
          <pc:docMk/>
          <pc:sldMk cId="1543176045" sldId="310"/>
        </pc:sldMkLst>
        <pc:spChg chg="del">
          <ac:chgData name="Lucas Massena" userId="c960694c378a3271" providerId="LiveId" clId="{BF54E404-9FD7-4857-B1EE-D455E4E91BFB}" dt="2025-12-09T22:51:03.440" v="181" actId="478"/>
          <ac:spMkLst>
            <pc:docMk/>
            <pc:sldMk cId="1543176045" sldId="310"/>
            <ac:spMk id="8" creationId="{2FA3831C-AAE3-9DEF-7DA1-FBD343019EEE}"/>
          </ac:spMkLst>
        </pc:spChg>
        <pc:spChg chg="del">
          <ac:chgData name="Lucas Massena" userId="c960694c378a3271" providerId="LiveId" clId="{BF54E404-9FD7-4857-B1EE-D455E4E91BFB}" dt="2025-12-09T22:51:01.778" v="180" actId="478"/>
          <ac:spMkLst>
            <pc:docMk/>
            <pc:sldMk cId="1543176045" sldId="310"/>
            <ac:spMk id="9" creationId="{305040AF-3575-6D90-D10B-4C6B993A0CA3}"/>
          </ac:spMkLst>
        </pc:spChg>
        <pc:picChg chg="del">
          <ac:chgData name="Lucas Massena" userId="c960694c378a3271" providerId="LiveId" clId="{BF54E404-9FD7-4857-B1EE-D455E4E91BFB}" dt="2025-12-09T22:51:01.778" v="180" actId="478"/>
          <ac:picMkLst>
            <pc:docMk/>
            <pc:sldMk cId="1543176045" sldId="310"/>
            <ac:picMk id="2" creationId="{E534BB38-2A51-3168-3F8B-28B1F5DEE10B}"/>
          </ac:picMkLst>
        </pc:picChg>
        <pc:picChg chg="del">
          <ac:chgData name="Lucas Massena" userId="c960694c378a3271" providerId="LiveId" clId="{BF54E404-9FD7-4857-B1EE-D455E4E91BFB}" dt="2025-12-09T22:51:01.778" v="180" actId="478"/>
          <ac:picMkLst>
            <pc:docMk/>
            <pc:sldMk cId="1543176045" sldId="310"/>
            <ac:picMk id="3" creationId="{13E7D405-E3A1-0D15-5F81-4B888E7BF61C}"/>
          </ac:picMkLst>
        </pc:picChg>
      </pc:sldChg>
      <pc:sldChg chg="delSp add del mod setBg">
        <pc:chgData name="Lucas Massena" userId="c960694c378a3271" providerId="LiveId" clId="{BF54E404-9FD7-4857-B1EE-D455E4E91BFB}" dt="2025-12-09T22:51:09.491" v="184" actId="478"/>
        <pc:sldMkLst>
          <pc:docMk/>
          <pc:sldMk cId="3102656016" sldId="311"/>
        </pc:sldMkLst>
        <pc:spChg chg="del">
          <ac:chgData name="Lucas Massena" userId="c960694c378a3271" providerId="LiveId" clId="{BF54E404-9FD7-4857-B1EE-D455E4E91BFB}" dt="2025-12-09T22:51:09.491" v="184" actId="478"/>
          <ac:spMkLst>
            <pc:docMk/>
            <pc:sldMk cId="3102656016" sldId="311"/>
            <ac:spMk id="9" creationId="{4192BA9A-9976-B050-97F0-DF9C1C8FB962}"/>
          </ac:spMkLst>
        </pc:spChg>
        <pc:spChg chg="del">
          <ac:chgData name="Lucas Massena" userId="c960694c378a3271" providerId="LiveId" clId="{BF54E404-9FD7-4857-B1EE-D455E4E91BFB}" dt="2025-12-09T22:51:07.019" v="182" actId="478"/>
          <ac:spMkLst>
            <pc:docMk/>
            <pc:sldMk cId="3102656016" sldId="311"/>
            <ac:spMk id="10" creationId="{C68B662D-938D-C95E-2014-BA4F95129F23}"/>
          </ac:spMkLst>
        </pc:spChg>
        <pc:picChg chg="del">
          <ac:chgData name="Lucas Massena" userId="c960694c378a3271" providerId="LiveId" clId="{BF54E404-9FD7-4857-B1EE-D455E4E91BFB}" dt="2025-12-09T22:51:07.851" v="183" actId="478"/>
          <ac:picMkLst>
            <pc:docMk/>
            <pc:sldMk cId="3102656016" sldId="311"/>
            <ac:picMk id="3" creationId="{62456440-1CB9-A1E0-1ACF-643DC92B9467}"/>
          </ac:picMkLst>
        </pc:picChg>
        <pc:picChg chg="del">
          <ac:chgData name="Lucas Massena" userId="c960694c378a3271" providerId="LiveId" clId="{BF54E404-9FD7-4857-B1EE-D455E4E91BFB}" dt="2025-12-09T22:51:07.019" v="182" actId="478"/>
          <ac:picMkLst>
            <pc:docMk/>
            <pc:sldMk cId="3102656016" sldId="311"/>
            <ac:picMk id="4" creationId="{A860F08B-2BAC-F2A2-659A-FB9008A731E7}"/>
          </ac:picMkLst>
        </pc:picChg>
        <pc:picChg chg="del">
          <ac:chgData name="Lucas Massena" userId="c960694c378a3271" providerId="LiveId" clId="{BF54E404-9FD7-4857-B1EE-D455E4E91BFB}" dt="2025-12-09T22:51:07.019" v="182" actId="478"/>
          <ac:picMkLst>
            <pc:docMk/>
            <pc:sldMk cId="3102656016" sldId="311"/>
            <ac:picMk id="5" creationId="{7D702053-9AA1-5D71-1816-B67962A6B0B9}"/>
          </ac:picMkLst>
        </pc:picChg>
      </pc:sldChg>
      <pc:sldChg chg="delSp add del mod">
        <pc:chgData name="Lucas Massena" userId="c960694c378a3271" providerId="LiveId" clId="{BF54E404-9FD7-4857-B1EE-D455E4E91BFB}" dt="2025-12-09T22:51:33.163" v="194" actId="478"/>
        <pc:sldMkLst>
          <pc:docMk/>
          <pc:sldMk cId="1604539761" sldId="312"/>
        </pc:sldMkLst>
        <pc:spChg chg="del">
          <ac:chgData name="Lucas Massena" userId="c960694c378a3271" providerId="LiveId" clId="{BF54E404-9FD7-4857-B1EE-D455E4E91BFB}" dt="2025-12-09T22:51:33.163" v="194" actId="478"/>
          <ac:spMkLst>
            <pc:docMk/>
            <pc:sldMk cId="1604539761" sldId="312"/>
            <ac:spMk id="8" creationId="{C95EB497-2213-EFDF-A92B-0940BA6AA604}"/>
          </ac:spMkLst>
        </pc:spChg>
        <pc:picChg chg="del">
          <ac:chgData name="Lucas Massena" userId="c960694c378a3271" providerId="LiveId" clId="{BF54E404-9FD7-4857-B1EE-D455E4E91BFB}" dt="2025-12-09T22:51:31.471" v="193" actId="478"/>
          <ac:picMkLst>
            <pc:docMk/>
            <pc:sldMk cId="1604539761" sldId="312"/>
            <ac:picMk id="2" creationId="{35C3AAC2-77E4-DEE0-CD0D-672AA81B6830}"/>
          </ac:picMkLst>
        </pc:picChg>
      </pc:sldChg>
      <pc:sldChg chg="addSp delSp modSp add mod">
        <pc:chgData name="Lucas Massena" userId="c960694c378a3271" providerId="LiveId" clId="{BF54E404-9FD7-4857-B1EE-D455E4E91BFB}" dt="2025-12-10T00:01:48.506" v="211"/>
        <pc:sldMkLst>
          <pc:docMk/>
          <pc:sldMk cId="0" sldId="313"/>
        </pc:sldMkLst>
        <pc:spChg chg="del">
          <ac:chgData name="Lucas Massena" userId="c960694c378a3271" providerId="LiveId" clId="{BF54E404-9FD7-4857-B1EE-D455E4E91BFB}" dt="2025-12-09T22:50:09.328" v="161" actId="478"/>
          <ac:spMkLst>
            <pc:docMk/>
            <pc:sldMk cId="0" sldId="313"/>
            <ac:spMk id="8" creationId="{00000000-0000-0000-0000-000000000000}"/>
          </ac:spMkLst>
        </pc:spChg>
        <pc:picChg chg="del mod">
          <ac:chgData name="Lucas Massena" userId="c960694c378a3271" providerId="LiveId" clId="{BF54E404-9FD7-4857-B1EE-D455E4E91BFB}" dt="2025-12-10T00:01:48.256" v="210" actId="478"/>
          <ac:picMkLst>
            <pc:docMk/>
            <pc:sldMk cId="0" sldId="313"/>
            <ac:picMk id="3" creationId="{00000000-0000-0000-0000-000000000000}"/>
          </ac:picMkLst>
        </pc:picChg>
        <pc:picChg chg="del">
          <ac:chgData name="Lucas Massena" userId="c960694c378a3271" providerId="LiveId" clId="{BF54E404-9FD7-4857-B1EE-D455E4E91BFB}" dt="2025-12-09T22:50:09.328" v="161" actId="478"/>
          <ac:picMkLst>
            <pc:docMk/>
            <pc:sldMk cId="0" sldId="313"/>
            <ac:picMk id="4" creationId="{00000000-0000-0000-0000-000000000000}"/>
          </ac:picMkLst>
        </pc:picChg>
        <pc:picChg chg="add mod">
          <ac:chgData name="Lucas Massena" userId="c960694c378a3271" providerId="LiveId" clId="{BF54E404-9FD7-4857-B1EE-D455E4E91BFB}" dt="2025-12-10T00:01:48.506" v="211"/>
          <ac:picMkLst>
            <pc:docMk/>
            <pc:sldMk cId="0" sldId="313"/>
            <ac:picMk id="4" creationId="{9F1B575C-1E72-4124-B00E-24A5F2E1AE7D}"/>
          </ac:picMkLst>
        </pc:picChg>
        <pc:picChg chg="del">
          <ac:chgData name="Lucas Massena" userId="c960694c378a3271" providerId="LiveId" clId="{BF54E404-9FD7-4857-B1EE-D455E4E91BFB}" dt="2025-12-09T22:50:09.328" v="161" actId="478"/>
          <ac:picMkLst>
            <pc:docMk/>
            <pc:sldMk cId="0" sldId="313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22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7DF5-EEC6-8AFF-FD15-05530468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D0054-6086-39E0-59A1-E4AA06B8F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0FA23-5761-BC83-E1DA-C33E8A407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C6027-C6B3-A03F-F054-FE35307F5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934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7A6F4-896C-9851-E25F-F39AAB79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D51BA-093A-6327-C32E-5A80BF022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90A04-9CB6-54BC-0E69-268A951F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FC8F5-B5A0-E2F9-AFAC-4D22483BB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23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B5AE2-CCD1-CD88-076B-16147526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BF05C-02BF-E11D-9A27-6019C14BD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79EFE-0D62-4A87-4881-68E3CA9F0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1D763-4907-4FA2-DF82-C24068EF0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6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B21AD-69B1-99F3-4300-AFC63CE30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D7DF2-B77C-3F7D-4336-E94CA737E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C977B-9B4D-1916-6A6F-A535BF629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20DF5-8DB5-6C6C-04F5-C215A6202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26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31C35-6D72-BB49-554B-9DC042AD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E78D6-1E0A-D453-588B-A04840240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F4741-EB70-94DA-AFE0-5492D9E0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B7FB2-378B-C80B-60A6-E6AA841C8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94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18D0-0E2C-0AEB-F769-EE19F2A8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79EBC-4162-A8E2-EF7F-B22E9C54B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30754-09F8-D7F3-4CD0-85F77773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1CA9A-B6EB-EFA0-831A-4EF2F86DD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9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22AC6-CBA2-C2D0-BE87-D1BB39F6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08ED6-A364-6292-4FDB-A42AAABB2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ED0D1-DF9D-1277-31B4-97C87364A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8A523-A095-0E00-CA05-A96D4BC4F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52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2E67-651E-ACFE-EEB5-414326F6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D62F5-C5E1-622C-9806-3D65E53A2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CEB2D-7F5C-9894-4893-B77551CA7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E57FE-0337-DD6D-4301-592917B95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11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39020-E823-DF7A-A9CC-95240FA0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EE8E8-B39B-7D01-0852-735068801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2FFC8-541F-0D96-9910-4C815AD61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94C1D-3DC7-35FC-F21A-BE66BD7F9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34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F2580-E3DE-2B6D-A1A2-44337027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7EEBE-1214-992F-24C8-53D8632F8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E6C37-C0A4-6EF0-5287-18D5DC35D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B0B2A-1C16-1D0B-E32A-5E28DEB33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04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F0B9B-0AA3-171E-8179-E8C89B66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CDCAA-91BF-9A56-FBA9-2FEA95677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FDE8E-F46C-CA63-0603-ADB0D1D79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46388-2D8B-CED8-07A3-133CACE41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10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BEE9F-9328-B856-62B5-F5006B4D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9EB5F-A6ED-4B3A-7786-436B66814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B6115-3974-C2E5-9DE2-29799639F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EDDEC-9458-77F0-2A90-9B4AD64EC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32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06799-94CD-A26E-189B-2A6CDEF3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9003C-C877-EBC4-80E0-04816F819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D18B2-08B5-76A8-AC09-879D5251E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68778-F831-6508-DF68-31A1651EA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642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FD694-D19C-7700-1E15-B58B82FB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30C52-5737-5186-D7D4-63C4A0509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1C3FD-C604-B7EB-7C82-8CCE34E2A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28E25-EC95-F686-9EB4-5DBEE430B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94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35514-41A7-A5DC-E583-0661D742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91F26-03D0-A1EC-69B7-17C6E9B09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3717E-5405-E813-2401-18E70DBCA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02CB-B6D6-65DC-213B-4BC37B516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043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ED7E-16BC-E7A1-9C3E-6D54B98E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89F5D-62F5-F7AD-A3B7-093D7D7F6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4DFCA-F3D2-9A59-B0B1-C847A8587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53B8-F40A-64FA-585E-57561F5E8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2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2974-A21C-9DDE-4EA7-8649129FC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42D99-72FA-0B6A-889E-D8F157CB9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64334-2BF1-5C41-A73C-9694AA9BC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22AA-CAA0-6F66-ECF9-70962EEEB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74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4B95-E7DC-8901-AEEA-02A167AA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A1E77-8BBF-4DCA-17C1-DE80B75AB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6CE7B-DAF9-6BE1-4B4C-0A143EA31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D9081-F149-69AC-9588-427E98B8A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1262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C5E1-7181-0D69-3060-8E53136F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396D8-6469-5ED5-B2CC-00D66967B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FD82F-1D45-9EAA-6658-4C3ED1703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B0645-D3EF-BB40-DA26-32225B5FF4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446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8CE74-D5B2-1A97-813C-A6F17BD0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4AAA2-8926-BA36-BF18-DD5EB76EC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FD22B-EBF5-6740-7020-E8EA6FDBD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C4994-A02D-3DF6-35AA-68ABDC1CA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18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5F99F-2879-C8FE-DBED-BD9449F4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9684C-4113-8D77-3588-47D86C6FA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DB64C-0300-D9BC-2707-F8750FD0A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701EC-E66D-C5D7-5CD6-8CB7130D5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402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E031-B682-E0E6-05E9-B6B06DC7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94CD8-035A-70DD-F349-F6A12C91C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C2E4C-E79B-4123-49F7-82945F1D7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FFFFFF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Toda empresa tem seu Frankenstein de integrações: ETLs, scripts, filas internas e sistemas que só funcionam porque ninguém ousa tocar.</a:t>
            </a:r>
            <a:br>
              <a:rPr lang="pt-BR" sz="1200" b="1" dirty="0">
                <a:solidFill>
                  <a:srgbClr val="FFFFFF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</a:br>
            <a:r>
              <a:rPr lang="pt-BR" dirty="0"/>
              <a:t>Integrações Legadas: o elo fraco da transformação digital.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Quando falamos em modernização, ninguém tem o luxo de desligar o sistema antigo.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legado continua rodando, faturando e processando. A missão é fazê-lo conversar com o futuro sem causar um infarto.</a:t>
            </a:r>
            <a:endParaRPr lang="en-US" sz="1200" dirty="0">
              <a:latin typeface="Maven Pro Medium" pitchFamily="2" charset="77"/>
              <a:ea typeface="Inter" panose="02000503000000020004" pitchFamily="2" charset="0"/>
            </a:endParaRPr>
          </a:p>
          <a:p>
            <a:endParaRPr lang="pt-BR" dirty="0"/>
          </a:p>
          <a:p>
            <a:r>
              <a:rPr lang="pt-BR" dirty="0"/>
              <a:t>Custos altos de manutenção e licenciamento.</a:t>
            </a:r>
          </a:p>
          <a:p>
            <a:r>
              <a:rPr lang="pt-BR" dirty="0"/>
              <a:t>Mudanças lentas (se mexer em um, quebra outro).</a:t>
            </a:r>
          </a:p>
          <a:p>
            <a:r>
              <a:rPr lang="pt-BR" dirty="0"/>
              <a:t>Dificuldade em escalar e monitorar.</a:t>
            </a:r>
          </a:p>
          <a:p>
            <a:r>
              <a:rPr lang="pt-BR" dirty="0"/>
              <a:t>Arquiteturas monolíticas de integração (ESBs, workflows fixos).</a:t>
            </a:r>
            <a:br>
              <a:rPr lang="pt-BR" dirty="0"/>
            </a:br>
            <a:r>
              <a:rPr lang="pt-BR" dirty="0"/>
              <a:t>Plataformas que não escalam</a:t>
            </a:r>
          </a:p>
          <a:p>
            <a:r>
              <a:rPr lang="pt-BR" dirty="0"/>
              <a:t>Custos exorbitantes de operação (Opex)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35110-7320-8547-1731-97B84790AE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3619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67655-42FD-1E92-7648-AF76DEB7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B4901-DFDA-D724-B884-4BBA55F3A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A7525-AB5A-FF66-B63B-8565E6429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0B3E5-8A13-FAD6-E003-FA8F771E7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2739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6E1B-EBC2-0DA6-7246-30ECF034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74227-B958-AA52-8FDB-E650CBC69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F80E3-35AE-78B5-B7BD-684E40765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DF2DC-99B6-BFFD-5E01-709730CE6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9538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C8A2-8E5A-4AB3-3BC0-D742B260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40092-B492-C2AA-3396-89BC47670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17C69-7B79-F227-4DAF-B812C988C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Identifique </a:t>
            </a:r>
            <a:r>
              <a:rPr lang="pt-BR" i="1" dirty="0"/>
              <a:t>momentos de negócio</a:t>
            </a:r>
            <a:r>
              <a:rPr lang="pt-BR" dirty="0"/>
              <a:t> (pedido criado, pagamento confirmado, cadastro alterado).</a:t>
            </a:r>
          </a:p>
          <a:p>
            <a:r>
              <a:rPr lang="pt-BR" dirty="0"/>
              <a:t>Faça o sistema </a:t>
            </a:r>
            <a:r>
              <a:rPr lang="pt-BR" b="1" dirty="0"/>
              <a:t>publicar eventos</a:t>
            </a:r>
            <a:r>
              <a:rPr lang="pt-BR" dirty="0"/>
              <a:t>, mesmo que não existam consumidores ainda.</a:t>
            </a:r>
          </a:p>
          <a:p>
            <a:r>
              <a:rPr lang="pt-BR" dirty="0"/>
              <a:t>O objetivo inicial é </a:t>
            </a:r>
            <a:r>
              <a:rPr lang="pt-BR" i="1" dirty="0"/>
              <a:t>emitir fatos</a:t>
            </a:r>
            <a:r>
              <a:rPr lang="pt-BR" dirty="0"/>
              <a:t>, não processá-los.</a:t>
            </a:r>
          </a:p>
          <a:p>
            <a:endParaRPr lang="pt-BR" dirty="0"/>
          </a:p>
          <a:p>
            <a:r>
              <a:rPr lang="pt-BR" b="1" dirty="0"/>
              <a:t>Técnicas:</a:t>
            </a:r>
            <a:endParaRPr lang="pt-BR" dirty="0"/>
          </a:p>
          <a:p>
            <a:r>
              <a:rPr lang="pt-BR" dirty="0"/>
              <a:t>Adicionar um componente de publicação dentro do código legado (ex: API REST → envia mensagem para Service Bus).</a:t>
            </a:r>
          </a:p>
          <a:p>
            <a:r>
              <a:rPr lang="pt-BR" dirty="0"/>
              <a:t>Usar adaptadores ou middlewares leves (ex: interceptar logs, hooks ou triggers do próprio sistema).</a:t>
            </a:r>
          </a:p>
          <a:p>
            <a:r>
              <a:rPr lang="pt-BR" dirty="0"/>
              <a:t>Criar “topic stubs”: tópicos prontos no barramento, sem subscribers — para validar formato e volume.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72627-7F86-C0B2-5065-DBD6BB3F6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9718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18D0-0E2C-0AEB-F769-EE19F2A8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79EBC-4162-A8E2-EF7F-B22E9C54B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30754-09F8-D7F3-4CD0-85F77773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orientados a negócio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</a:t>
            </a:r>
            <a:r>
              <a:rPr lang="pt-BR" sz="1200" b="1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sempre</a:t>
            </a:r>
            <a:r>
              <a:rPr lang="pt-BR" sz="12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 no passado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Desassociação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Escalabilidade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Resiliencia</a:t>
            </a:r>
            <a:endParaRPr lang="en-US" sz="1200" dirty="0">
              <a:solidFill>
                <a:srgbClr val="595959"/>
              </a:solidFill>
              <a:latin typeface="Maven Pro Medium" pitchFamily="2" charset="77"/>
              <a:ea typeface="Inter" panose="02000503000000020004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1CA9A-B6EB-EFA0-831A-4EF2F86DD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397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7489-B557-D8BB-7665-1E44D22E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64C50-C2DD-0F78-474D-9BBB228FC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3A224-370B-554B-E905-08C4CB858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Identifique </a:t>
            </a:r>
            <a:r>
              <a:rPr lang="pt-BR" i="1" dirty="0"/>
              <a:t>momentos de negócio</a:t>
            </a:r>
            <a:r>
              <a:rPr lang="pt-BR" dirty="0"/>
              <a:t> (pedido criado, pagamento confirmado, cadastro alterado).</a:t>
            </a:r>
          </a:p>
          <a:p>
            <a:r>
              <a:rPr lang="pt-BR" dirty="0"/>
              <a:t>Faça o sistema </a:t>
            </a:r>
            <a:r>
              <a:rPr lang="pt-BR" b="1" dirty="0"/>
              <a:t>publicar eventos</a:t>
            </a:r>
            <a:r>
              <a:rPr lang="pt-BR" dirty="0"/>
              <a:t>, mesmo que não existam consumidores ainda.</a:t>
            </a:r>
          </a:p>
          <a:p>
            <a:r>
              <a:rPr lang="pt-BR" dirty="0"/>
              <a:t>O objetivo inicial é </a:t>
            </a:r>
            <a:r>
              <a:rPr lang="pt-BR" i="1" dirty="0"/>
              <a:t>emitir fatos</a:t>
            </a:r>
            <a:r>
              <a:rPr lang="pt-BR" dirty="0"/>
              <a:t>, não processá-los.</a:t>
            </a:r>
          </a:p>
          <a:p>
            <a:endParaRPr lang="pt-BR" dirty="0"/>
          </a:p>
          <a:p>
            <a:r>
              <a:rPr lang="pt-BR" b="1" dirty="0"/>
              <a:t>Técnicas:</a:t>
            </a:r>
            <a:endParaRPr lang="pt-BR" dirty="0"/>
          </a:p>
          <a:p>
            <a:r>
              <a:rPr lang="pt-BR" dirty="0"/>
              <a:t>Adicionar um componente de publicação dentro do código legado (ex: API REST → envia mensagem para Service Bus).</a:t>
            </a:r>
          </a:p>
          <a:p>
            <a:r>
              <a:rPr lang="pt-BR" dirty="0"/>
              <a:t>Usar adaptadores ou middlewares leves (ex: interceptar logs, hooks ou triggers do próprio sistema).</a:t>
            </a:r>
          </a:p>
          <a:p>
            <a:r>
              <a:rPr lang="pt-BR" dirty="0"/>
              <a:t>Criar “topic stubs”: tópicos prontos no barramento, sem subscribers — para validar formato e volume.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BFEF3-AF3C-303E-1D37-56881F7E8D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2441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81F1-2D50-0BE9-CE99-8082D357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2EDA6-D0BB-C5F0-03C8-2B950C627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C49F9-09F6-81B0-8603-32C2AF02B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Identifique </a:t>
            </a:r>
            <a:r>
              <a:rPr lang="pt-BR" i="1" dirty="0"/>
              <a:t>momentos de negócio</a:t>
            </a:r>
            <a:r>
              <a:rPr lang="pt-BR" dirty="0"/>
              <a:t> (pedido criado, pagamento confirmado, cadastro alterado).</a:t>
            </a:r>
          </a:p>
          <a:p>
            <a:r>
              <a:rPr lang="pt-BR" dirty="0"/>
              <a:t>Faça o sistema </a:t>
            </a:r>
            <a:r>
              <a:rPr lang="pt-BR" b="1" dirty="0"/>
              <a:t>publicar eventos</a:t>
            </a:r>
            <a:r>
              <a:rPr lang="pt-BR" dirty="0"/>
              <a:t>, mesmo que não existam consumidores ainda.</a:t>
            </a:r>
          </a:p>
          <a:p>
            <a:r>
              <a:rPr lang="pt-BR" dirty="0"/>
              <a:t>O objetivo inicial é </a:t>
            </a:r>
            <a:r>
              <a:rPr lang="pt-BR" i="1" dirty="0"/>
              <a:t>emitir fatos</a:t>
            </a:r>
            <a:r>
              <a:rPr lang="pt-BR" dirty="0"/>
              <a:t>, não processá-los.</a:t>
            </a:r>
          </a:p>
          <a:p>
            <a:endParaRPr lang="pt-BR" dirty="0"/>
          </a:p>
          <a:p>
            <a:r>
              <a:rPr lang="pt-BR" b="1" dirty="0"/>
              <a:t>Técnicas:</a:t>
            </a:r>
            <a:endParaRPr lang="pt-BR" dirty="0"/>
          </a:p>
          <a:p>
            <a:r>
              <a:rPr lang="pt-BR" dirty="0"/>
              <a:t>Adicionar um componente de publicação dentro do código legado (ex: API REST → envia mensagem para Service Bus).</a:t>
            </a:r>
          </a:p>
          <a:p>
            <a:r>
              <a:rPr lang="pt-BR" dirty="0"/>
              <a:t>Usar adaptadores ou middlewares leves (ex: interceptar logs, hooks ou triggers do próprio sistema).</a:t>
            </a:r>
          </a:p>
          <a:p>
            <a:r>
              <a:rPr lang="pt-BR" dirty="0"/>
              <a:t>Criar “topic stubs”: tópicos prontos no barramento, sem subscribers — para validar formato e volume.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9E0EB-6A5A-FFED-6B70-1084486859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3515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C905A-E6D1-9A7A-6DEE-11DA73DE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FC47F-F26C-80AA-F0E9-E4F47D2B4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B60E0-0A08-12E8-8B57-A434DFC84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15B09-4995-2095-B2FD-29A762EF9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6715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0037-BA7B-F1FF-56A6-494E7AD28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39FE3-B186-155F-BFDF-F59B3D47D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C2DB0-9EB6-8962-DA9E-C126DEF9A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Crie </a:t>
            </a:r>
            <a:r>
              <a:rPr lang="pt-BR" b="1" dirty="0"/>
              <a:t>jobs ou functions</a:t>
            </a:r>
            <a:r>
              <a:rPr lang="pt-BR" dirty="0"/>
              <a:t> que consultam a base do legado periodicamente.</a:t>
            </a:r>
          </a:p>
          <a:p>
            <a:r>
              <a:rPr lang="pt-BR" dirty="0"/>
              <a:t>Detecte mudanças (por timestamp, hash, ou registros novos).</a:t>
            </a:r>
          </a:p>
          <a:p>
            <a:r>
              <a:rPr lang="pt-BR" dirty="0"/>
              <a:t>Publique essas mudanças como </a:t>
            </a:r>
            <a:r>
              <a:rPr lang="pt-BR" b="1" dirty="0"/>
              <a:t>eventos simulados</a:t>
            </a:r>
            <a:r>
              <a:rPr lang="pt-BR" dirty="0"/>
              <a:t> (“PedidoCriado”, “StatusAtualizado”).</a:t>
            </a:r>
          </a:p>
          <a:p>
            <a:r>
              <a:rPr lang="pt-BR" dirty="0"/>
              <a:t>Esses eventos entram no Service Bus como se fossem gerados pela aplicação.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E872B-DD80-3572-6158-54C40E1B5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526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BC2A3-41DA-167E-E247-9B5B9E0D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435BD-AE8C-386E-0B13-0696C23E5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B51ED-9E55-C5A3-4A85-88CC2044A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Explicação:</a:t>
            </a:r>
            <a:endParaRPr lang="pt-BR" dirty="0"/>
          </a:p>
          <a:p>
            <a:r>
              <a:rPr lang="pt-BR" dirty="0"/>
              <a:t>É possível criar </a:t>
            </a:r>
            <a:r>
              <a:rPr lang="pt-BR" b="1" dirty="0"/>
              <a:t>DLLs customizadas ou extensões CLR</a:t>
            </a:r>
            <a:r>
              <a:rPr lang="pt-BR" dirty="0"/>
              <a:t> no SQL Server para publicar mensagens no Service Bus.</a:t>
            </a:r>
          </a:p>
          <a:p>
            <a:r>
              <a:rPr lang="pt-BR" dirty="0"/>
              <a:t>O banco dispara um evento sempre que ocorre um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INSERT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pt-BR" dirty="0"/>
              <a:t> ou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pt-BR" dirty="0"/>
              <a:t>.</a:t>
            </a:r>
          </a:p>
          <a:p>
            <a:r>
              <a:rPr lang="pt-BR" dirty="0"/>
              <a:t>Pode ser útil quando o sistema não pode ser modificado e a latência precisa ser baixa.</a:t>
            </a:r>
          </a:p>
          <a:p>
            <a:r>
              <a:rPr lang="pt-BR" b="1" dirty="0"/>
              <a:t>Mas:</a:t>
            </a:r>
            <a:endParaRPr lang="pt-BR" dirty="0"/>
          </a:p>
          <a:p>
            <a:r>
              <a:rPr lang="pt-BR" dirty="0"/>
              <a:t>Aumenta o acoplamento entre banco e integração.</a:t>
            </a:r>
          </a:p>
          <a:p>
            <a:r>
              <a:rPr lang="pt-BR" dirty="0"/>
              <a:t>Dificulta manutenção e rollback.</a:t>
            </a:r>
          </a:p>
          <a:p>
            <a:r>
              <a:rPr lang="pt-BR" dirty="0"/>
              <a:t>Precisa de análise cuidadosa de desempenho e segurança.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8659C-30B1-1F85-45B1-B92E967C1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587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7E99-ED71-832E-4E29-D1046BFD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76DDF-EC9A-9651-1BA7-C6F42E8BE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7F456-CF6D-FFB7-8036-19E08B079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Pontos de fala:</a:t>
            </a:r>
            <a:endParaRPr lang="pt-BR" dirty="0"/>
          </a:p>
          <a:p>
            <a:r>
              <a:rPr lang="pt-BR" dirty="0"/>
              <a:t>Configure </a:t>
            </a:r>
            <a:r>
              <a:rPr lang="pt-BR" b="1" dirty="0"/>
              <a:t>Azure Monitor + Application Insights</a:t>
            </a:r>
            <a:r>
              <a:rPr lang="pt-BR" dirty="0"/>
              <a:t> para rastrear:</a:t>
            </a:r>
          </a:p>
          <a:p>
            <a:pPr lvl="1"/>
            <a:r>
              <a:rPr lang="pt-BR" dirty="0"/>
              <a:t>Falhas de publicação (Service Bus dead-letter).</a:t>
            </a:r>
          </a:p>
          <a:p>
            <a:pPr lvl="1"/>
            <a:r>
              <a:rPr lang="pt-BR" dirty="0"/>
              <a:t>Falhas de processamento (Functions com exceção).</a:t>
            </a:r>
          </a:p>
          <a:p>
            <a:pPr lvl="1"/>
            <a:r>
              <a:rPr lang="pt-BR" dirty="0"/>
              <a:t>Performance e volume de mensagens.</a:t>
            </a:r>
          </a:p>
          <a:p>
            <a:r>
              <a:rPr lang="pt-BR" dirty="0"/>
              <a:t>Use </a:t>
            </a:r>
            <a:r>
              <a:rPr lang="pt-BR" b="1" dirty="0"/>
              <a:t>log correlation</a:t>
            </a:r>
            <a:r>
              <a:rPr lang="pt-BR" dirty="0"/>
              <a:t>: cada evento deve carregar um </a:t>
            </a:r>
            <a:r>
              <a:rPr lang="pt-BR" i="1" dirty="0"/>
              <a:t>Correlation Id</a:t>
            </a:r>
            <a:r>
              <a:rPr lang="pt-BR" dirty="0"/>
              <a:t>.</a:t>
            </a:r>
          </a:p>
          <a:p>
            <a:r>
              <a:rPr lang="pt-BR" dirty="0"/>
              <a:t>Crie </a:t>
            </a:r>
            <a:r>
              <a:rPr lang="pt-BR" b="1" dirty="0"/>
              <a:t>dashboards</a:t>
            </a:r>
            <a:r>
              <a:rPr lang="pt-BR" dirty="0"/>
              <a:t> que contem a história do evento — da origem até o consumidor.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B955F-563E-5778-454E-20D1198B3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43635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947AD-5081-7296-518C-CDA43A0C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5D748-C62E-66BC-75ED-A83E922D9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5FE20-BDF0-49A7-D9CF-B81EA9C15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03363-ED5C-EEC3-A64F-DB37F143F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1708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E92DB-DDD0-3C73-B164-5B6DB851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82CD4-F272-0573-0D88-BF81D3DEC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2001B-3FC5-25C6-23EE-5EFC79A5E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66637-AC2D-7D36-E9B4-FF704FF79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1335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EA4D-6CE3-64FF-7E16-65D0B1C7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BA481-C2C3-4C13-D4F2-FEE899A24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F61EF-17F1-C330-FE41-2F2C25F2D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DB742-C9AD-C2D8-B861-4D84530FF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8166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15CF-E169-C5DE-1DAD-85C1B6BD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844DB-C09C-5BA4-A40E-44E03CB36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60074-58E2-3CE5-34DE-2A71EB758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Resumo da jornada:</a:t>
            </a:r>
            <a:endParaRPr lang="pt-BR" dirty="0"/>
          </a:p>
          <a:p>
            <a:r>
              <a:rPr lang="pt-BR" dirty="0"/>
              <a:t>Faça o legado </a:t>
            </a:r>
            <a:r>
              <a:rPr lang="pt-BR" b="1" dirty="0"/>
              <a:t>falar (emitir eventos)</a:t>
            </a:r>
            <a:r>
              <a:rPr lang="pt-BR" dirty="0"/>
              <a:t>.</a:t>
            </a:r>
          </a:p>
          <a:p>
            <a:r>
              <a:rPr lang="pt-BR" dirty="0"/>
              <a:t>Quando não puder, </a:t>
            </a:r>
            <a:r>
              <a:rPr lang="pt-BR" b="1" dirty="0"/>
              <a:t>simule eventos</a:t>
            </a:r>
            <a:r>
              <a:rPr lang="pt-BR" dirty="0"/>
              <a:t> a partir dos dados.</a:t>
            </a:r>
          </a:p>
          <a:p>
            <a:r>
              <a:rPr lang="pt-BR" dirty="0"/>
              <a:t>Em último caso, </a:t>
            </a:r>
            <a:r>
              <a:rPr lang="pt-BR" b="1" dirty="0"/>
              <a:t>dispare do SQL com cautela</a:t>
            </a:r>
            <a:r>
              <a:rPr lang="pt-BR" dirty="0"/>
              <a:t>.</a:t>
            </a:r>
          </a:p>
          <a:p>
            <a:r>
              <a:rPr lang="pt-BR" b="1" dirty="0"/>
              <a:t>Monitore tudo</a:t>
            </a:r>
            <a:r>
              <a:rPr lang="pt-BR" dirty="0"/>
              <a:t>, sempre.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0F6CB-0876-0269-27C6-AEB4C0A2C5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19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mailto:lucas@massena.com.br" TargetMode="External"/><Relationship Id="rId3" Type="http://schemas.openxmlformats.org/officeDocument/2006/relationships/image" Target="../media/image42.sv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43.sv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955548" y="0"/>
            <a:ext cx="9332452" cy="10287000"/>
          </a:xfrm>
          <a:prstGeom prst="rect">
            <a:avLst/>
          </a:prstGeom>
        </p:spPr>
      </p:pic>
      <p:pic>
        <p:nvPicPr>
          <p:cNvPr id="3" name="Group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4133" y="428625"/>
            <a:ext cx="9858375" cy="9858375"/>
          </a:xfrm>
          <a:prstGeom prst="rect">
            <a:avLst/>
          </a:prstGeom>
        </p:spPr>
      </p:pic>
      <p:sp>
        <p:nvSpPr>
          <p:cNvPr id="6" name="Tecnologia com propsito pessoas em movimento"/>
          <p:cNvSpPr/>
          <p:nvPr/>
        </p:nvSpPr>
        <p:spPr>
          <a:xfrm>
            <a:off x="1257300" y="3524250"/>
            <a:ext cx="8763000" cy="345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65" b="1" dirty="0" err="1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Modernizando</a:t>
            </a:r>
            <a:r>
              <a:rPr lang="en-US" sz="7565" b="1" dirty="0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7565" b="1" dirty="0" err="1">
                <a:solidFill>
                  <a:srgbClr val="364459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Aplicações</a:t>
            </a:r>
            <a:r>
              <a:rPr lang="en-US" sz="7565" b="1" dirty="0">
                <a:solidFill>
                  <a:srgbClr val="364459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com</a:t>
            </a:r>
            <a:r>
              <a:rPr lang="en-US" sz="6000" b="1" dirty="0">
                <a:solidFill>
                  <a:srgbClr val="364459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Event-Driven</a:t>
            </a:r>
            <a:endParaRPr lang="en-US" sz="7565" b="1" dirty="0">
              <a:solidFill>
                <a:srgbClr val="364459"/>
              </a:solidFill>
              <a:latin typeface="Maven Pro Black" pitchFamily="2" charset="77"/>
            </a:endParaRPr>
          </a:p>
        </p:txBody>
      </p:sp>
      <p:sp>
        <p:nvSpPr>
          <p:cNvPr id="7" name="Ano de 2025"/>
          <p:cNvSpPr/>
          <p:nvPr/>
        </p:nvSpPr>
        <p:spPr>
          <a:xfrm>
            <a:off x="1257300" y="8343900"/>
            <a:ext cx="237454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06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Lucas Massena</a:t>
            </a:r>
            <a:endParaRPr lang="en-US" sz="2606" dirty="0"/>
          </a:p>
        </p:txBody>
      </p:sp>
      <p:sp>
        <p:nvSpPr>
          <p:cNvPr id="9" name="contatomvpconfcombr"/>
          <p:cNvSpPr/>
          <p:nvPr/>
        </p:nvSpPr>
        <p:spPr>
          <a:xfrm>
            <a:off x="3848100" y="8343900"/>
            <a:ext cx="42460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06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lucas@massena.com.br</a:t>
            </a:r>
            <a:endParaRPr lang="en-US" sz="2606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6A11F-63DC-492E-EB5C-664FB0F776A1}"/>
              </a:ext>
            </a:extLst>
          </p:cNvPr>
          <p:cNvGrpSpPr/>
          <p:nvPr/>
        </p:nvGrpSpPr>
        <p:grpSpPr>
          <a:xfrm>
            <a:off x="1257300" y="9010650"/>
            <a:ext cx="2943225" cy="647700"/>
            <a:chOff x="4081462" y="8839200"/>
            <a:chExt cx="2943225" cy="647700"/>
          </a:xfrm>
        </p:grpSpPr>
        <p:pic>
          <p:nvPicPr>
            <p:cNvPr id="10" name="Frame 8" descr="preencoded.png">
              <a:extLst>
                <a:ext uri="{FF2B5EF4-FFF2-40B4-BE49-F238E27FC236}">
                  <a16:creationId xmlns:a16="http://schemas.microsoft.com/office/drawing/2014/main" id="{3DDFAC61-DA3B-83AE-EA01-A475FD7711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081462" y="8839200"/>
              <a:ext cx="2943225" cy="647700"/>
            </a:xfrm>
            <a:prstGeom prst="rect">
              <a:avLst/>
            </a:prstGeom>
          </p:spPr>
        </p:pic>
        <p:sp>
          <p:nvSpPr>
            <p:cNvPr id="11" name="mvpconf">
              <a:extLst>
                <a:ext uri="{FF2B5EF4-FFF2-40B4-BE49-F238E27FC236}">
                  <a16:creationId xmlns:a16="http://schemas.microsoft.com/office/drawing/2014/main" id="{67B347DC-099F-3B8C-7E6C-AFD89EF299AD}"/>
                </a:ext>
              </a:extLst>
            </p:cNvPr>
            <p:cNvSpPr/>
            <p:nvPr/>
          </p:nvSpPr>
          <p:spPr>
            <a:xfrm>
              <a:off x="5357812" y="8991600"/>
              <a:ext cx="166687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dirty="0">
                  <a:latin typeface="Maven Pro Regular" pitchFamily="34" charset="0"/>
                  <a:ea typeface="Maven Pro Regular" pitchFamily="34" charset="-122"/>
                  <a:cs typeface="Maven Pro Regular" pitchFamily="34" charset="-120"/>
                </a:rPr>
                <a:t> / @lcmassena</a:t>
              </a:r>
              <a:endParaRPr lang="en-US" sz="1800" dirty="0"/>
            </a:p>
          </p:txBody>
        </p:sp>
      </p:grpSp>
      <p:sp>
        <p:nvSpPr>
          <p:cNvPr id="50" name="EventInfo"/>
          <p:cNvSpPr/>
          <p:nvPr/>
        </p:nvSpPr>
        <p:spPr>
          <a:xfrm>
            <a:off x="1257300" y="9657600"/>
            <a:ext cx="9500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pt-BR" sz="1600" b="1" dirty="0">
                <a:solidFill>
                  <a:srgbClr val="008EFF"/>
                </a:solidFill>
                <a:latin typeface="Maven Pro Black" pitchFamily="2" charset="77"/>
              </a:rPr>
              <a:t>.NET Weekend 2026  </a:t>
            </a:r>
            <a:r>
              <a:rPr lang="pt-BR" sz="1600" b="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</a:rPr>
              <a:t>|  16/05/2026  |  SENAI Suíço-Brasileira  |  São Paulo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E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3526E-7E70-DF60-FF09-BBFF1CBF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VP Conf">
            <a:extLst>
              <a:ext uri="{FF2B5EF4-FFF2-40B4-BE49-F238E27FC236}">
                <a16:creationId xmlns:a16="http://schemas.microsoft.com/office/drawing/2014/main" id="{AE3F278E-1974-4E91-17FA-EEAB6BFFE0FD}"/>
              </a:ext>
            </a:extLst>
          </p:cNvPr>
          <p:cNvSpPr/>
          <p:nvPr/>
        </p:nvSpPr>
        <p:spPr>
          <a:xfrm>
            <a:off x="-241604" y="2864774"/>
            <a:ext cx="19058883" cy="587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30672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.NET</a:t>
            </a:r>
            <a:r>
              <a:rPr kumimoji="0" lang="en-US" sz="23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Weekend</a:t>
            </a:r>
            <a:endParaRPr kumimoji="0" lang="en-US" sz="23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pic>
        <p:nvPicPr>
          <p:cNvPr id="2" name="Group 6" descr="preencoded.png">
            <a:extLst>
              <a:ext uri="{FF2B5EF4-FFF2-40B4-BE49-F238E27FC236}">
                <a16:creationId xmlns:a16="http://schemas.microsoft.com/office/drawing/2014/main" id="{6F4B437F-B3F5-3FB5-4CB0-0B3855BAD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Junte-se a ns nessa jornada">
            <a:extLst>
              <a:ext uri="{FF2B5EF4-FFF2-40B4-BE49-F238E27FC236}">
                <a16:creationId xmlns:a16="http://schemas.microsoft.com/office/drawing/2014/main" id="{765BD019-7EC9-5460-57EF-9BC142DDB365}"/>
              </a:ext>
            </a:extLst>
          </p:cNvPr>
          <p:cNvSpPr/>
          <p:nvPr/>
        </p:nvSpPr>
        <p:spPr>
          <a:xfrm>
            <a:off x="762000" y="3478338"/>
            <a:ext cx="710184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71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4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Lucas Massena</a:t>
            </a:r>
            <a:endParaRPr kumimoji="0" lang="en-US" sz="774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9" name="Se voc acredita que tecnologia e empatia devem caminhar juntas o MVP Conf  seu lugarParticipe Compartilhe Transforme">
            <a:extLst>
              <a:ext uri="{FF2B5EF4-FFF2-40B4-BE49-F238E27FC236}">
                <a16:creationId xmlns:a16="http://schemas.microsoft.com/office/drawing/2014/main" id="{B00F08E3-1BFA-12BB-8996-A1861DEEEFCC}"/>
              </a:ext>
            </a:extLst>
          </p:cNvPr>
          <p:cNvSpPr/>
          <p:nvPr/>
        </p:nvSpPr>
        <p:spPr>
          <a:xfrm>
            <a:off x="762000" y="5745288"/>
            <a:ext cx="6343650" cy="299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Fractional-CTO and Cloud Solutions Architect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2100" dirty="0">
                <a:solidFill>
                  <a:srgbClr val="FFFFFF"/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20+ years of experience in IT industry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Go-Kart racer</a:t>
            </a:r>
            <a:endParaRPr lang="en-US" sz="2100" dirty="0">
              <a:solidFill>
                <a:srgbClr val="FFFFFF"/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Motorhome builder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2100" dirty="0">
                <a:solidFill>
                  <a:srgbClr val="FFFFFF"/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Father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49140A-0C20-21D4-D1EB-FA11D6CF54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72881" y="1192892"/>
            <a:ext cx="5786437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3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8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7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pic>
        <p:nvPicPr>
          <p:cNvPr id="3" name="Rectangl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1250" y="0"/>
            <a:ext cx="4143375" cy="10287000"/>
          </a:xfrm>
          <a:prstGeom prst="rect">
            <a:avLst/>
          </a:prstGeom>
        </p:spPr>
      </p:pic>
      <p:pic>
        <p:nvPicPr>
          <p:cNvPr id="7" name="image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77400" y="2762250"/>
            <a:ext cx="7848600" cy="5029200"/>
          </a:xfrm>
          <a:prstGeom prst="rect">
            <a:avLst/>
          </a:prstGeom>
        </p:spPr>
      </p:pic>
      <p:sp>
        <p:nvSpPr>
          <p:cNvPr id="8" name="O maior evento de tecnologia da Amrica Latina organizado por MVPs da Microsoft Somos uma comunidade apaixonada por tecnologia e acima de tudo por transformar vidas Nosso evento conecta especialistas entusiastas e lderes do setor com um objetivo em comum u"/>
          <p:cNvSpPr/>
          <p:nvPr/>
        </p:nvSpPr>
        <p:spPr>
          <a:xfrm>
            <a:off x="762000" y="3813704"/>
            <a:ext cx="7467600" cy="319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spcAft>
                <a:spcPts val="2473"/>
              </a:spcAft>
              <a:buNone/>
            </a:pPr>
            <a:r>
              <a:rPr lang="pt-BR" sz="3600" b="1" dirty="0">
                <a:solidFill>
                  <a:srgbClr val="FFFFFF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Integrações não são mais sobre conectar sistemas, mas sobre orquestrar experiências.</a:t>
            </a:r>
            <a:endParaRPr lang="en-US" sz="3600" dirty="0">
              <a:latin typeface="Maven Pro Medium" pitchFamily="2" charset="77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/>
          <p:cNvSpPr/>
          <p:nvPr/>
        </p:nvSpPr>
        <p:spPr>
          <a:xfrm>
            <a:off x="761998" y="3012893"/>
            <a:ext cx="16478251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1667"/>
              </a:lnSpc>
              <a:spcAft>
                <a:spcPts val="11004"/>
              </a:spcAft>
              <a:buNone/>
            </a:pPr>
            <a:r>
              <a:rPr lang="en-US" sz="11927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 </a:t>
            </a:r>
            <a:r>
              <a:rPr lang="en-US" sz="11927" b="1" dirty="0" err="1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que</a:t>
            </a:r>
            <a:r>
              <a:rPr lang="en-US" sz="11927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é </a:t>
            </a:r>
            <a:r>
              <a:rPr lang="en-US" sz="11927" b="1" dirty="0" err="1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transformação</a:t>
            </a:r>
            <a:r>
              <a:rPr lang="en-US" sz="11927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digital?</a:t>
            </a:r>
            <a:endParaRPr lang="en-US" sz="11927" b="1" dirty="0">
              <a:latin typeface="Maven Pro Black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/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696" b="1" dirty="0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Antes da </a:t>
            </a:r>
            <a:r>
              <a:rPr lang="en-US" sz="8696" b="1" dirty="0" err="1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tecnologia</a:t>
            </a:r>
            <a:endParaRPr lang="en-US" sz="8696" b="1" dirty="0">
              <a:latin typeface="Maven Pro Black" pitchFamily="2" charset="77"/>
            </a:endParaRPr>
          </a:p>
        </p:txBody>
      </p:sp>
      <p:sp>
        <p:nvSpPr>
          <p:cNvPr id="11" name="Tecnologia  o meio Pessoas so o fim"/>
          <p:cNvSpPr/>
          <p:nvPr/>
        </p:nvSpPr>
        <p:spPr>
          <a:xfrm>
            <a:off x="762000" y="594272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2355"/>
              </a:spcAft>
              <a:buNone/>
            </a:pPr>
            <a:r>
              <a:rPr lang="en-US" sz="2552" i="1" dirty="0" err="1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Alguns</a:t>
            </a:r>
            <a:r>
              <a:rPr lang="en-US" sz="2552" i="1" dirty="0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lang="en-US" sz="2552" i="1" dirty="0" err="1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pontos</a:t>
            </a:r>
            <a:r>
              <a:rPr lang="en-US" sz="2552" i="1" dirty="0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lang="en-US" sz="2552" i="1" dirty="0" err="1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importantes</a:t>
            </a:r>
            <a:r>
              <a:rPr lang="en-US" sz="2552" i="1" dirty="0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lang="en-US" sz="2552" i="1" dirty="0" err="1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sobre</a:t>
            </a:r>
            <a:r>
              <a:rPr lang="en-US" sz="2552" i="1" dirty="0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lang="en-US" sz="2552" i="1" dirty="0" err="1">
                <a:solidFill>
                  <a:srgbClr val="364459">
                    <a:alpha val="60000"/>
                  </a:srgbClr>
                </a:solidFill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cultura</a:t>
            </a:r>
            <a:endParaRPr lang="en-US" sz="2552" dirty="0">
              <a:latin typeface="Maven Pro Medium" pitchFamily="2" charset="77"/>
            </a:endParaRPr>
          </a:p>
        </p:txBody>
      </p:sp>
      <p:sp>
        <p:nvSpPr>
          <p:cNvPr id="5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261048AB-E587-B83D-F1F4-E0DC6A393C88}"/>
              </a:ext>
            </a:extLst>
          </p:cNvPr>
          <p:cNvSpPr/>
          <p:nvPr/>
        </p:nvSpPr>
        <p:spPr>
          <a:xfrm>
            <a:off x="8819621" y="2228728"/>
            <a:ext cx="7467600" cy="319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71500" indent="-571500" algn="just">
              <a:lnSpc>
                <a:spcPct val="125000"/>
              </a:lnSpc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Plano de evolução claro</a:t>
            </a:r>
          </a:p>
          <a:p>
            <a:pPr marL="571500" indent="-571500" algn="just">
              <a:lnSpc>
                <a:spcPct val="125000"/>
              </a:lnSpc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Criar uma cultura de inovação</a:t>
            </a:r>
          </a:p>
          <a:p>
            <a:pPr marL="571500" indent="-571500" algn="just">
              <a:lnSpc>
                <a:spcPct val="125000"/>
              </a:lnSpc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Investimento em tech</a:t>
            </a:r>
          </a:p>
          <a:p>
            <a:pPr marL="571500" indent="-571500" algn="just">
              <a:lnSpc>
                <a:spcPct val="125000"/>
              </a:lnSpc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Treinar e empoderar pessoas</a:t>
            </a:r>
          </a:p>
          <a:p>
            <a:pPr marL="571500" indent="-571500" algn="just">
              <a:lnSpc>
                <a:spcPct val="125000"/>
              </a:lnSpc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Liderança comprometida</a:t>
            </a:r>
          </a:p>
          <a:p>
            <a:pPr marL="571500" indent="-571500" algn="just">
              <a:lnSpc>
                <a:spcPct val="125000"/>
              </a:lnSpc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Monitorar e medir a evolução</a:t>
            </a:r>
            <a:endParaRPr lang="en-US" sz="3600" dirty="0">
              <a:solidFill>
                <a:srgbClr val="595959"/>
              </a:solidFill>
              <a:latin typeface="Maven Pro Medium" pitchFamily="2" charset="77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2B63B-8A51-1563-2570-95F7EAC2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EF0F44C5-DADB-0FA8-4568-738CD312B8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57A5C081-AAE4-8F2E-857A-B41E1649FC04}"/>
              </a:ext>
            </a:extLst>
          </p:cNvPr>
          <p:cNvSpPr/>
          <p:nvPr/>
        </p:nvSpPr>
        <p:spPr>
          <a:xfrm>
            <a:off x="761998" y="3012893"/>
            <a:ext cx="16478251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1667"/>
              </a:lnSpc>
              <a:spcAft>
                <a:spcPts val="11004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Como </a:t>
            </a:r>
            <a:r>
              <a:rPr lang="en-US" sz="7200" b="1" dirty="0" err="1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alcançar</a:t>
            </a:r>
            <a:r>
              <a:rPr lang="en-US" sz="72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a </a:t>
            </a:r>
            <a:r>
              <a:rPr lang="en-US" sz="7200" b="1" dirty="0" err="1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transformação</a:t>
            </a:r>
            <a:r>
              <a:rPr lang="en-US" sz="72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digital </a:t>
            </a:r>
            <a:r>
              <a:rPr lang="en-US" sz="7200" b="1" dirty="0" err="1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em</a:t>
            </a:r>
            <a:r>
              <a:rPr lang="en-US" sz="72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grandes</a:t>
            </a:r>
            <a:r>
              <a:rPr lang="en-US" sz="72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times com </a:t>
            </a:r>
            <a:r>
              <a:rPr lang="en-US" sz="7200" b="1" dirty="0" err="1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escala</a:t>
            </a:r>
            <a:r>
              <a:rPr lang="en-US" sz="72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?</a:t>
            </a:r>
            <a:endParaRPr lang="en-US" sz="7200" b="1" dirty="0">
              <a:latin typeface="Maven Pro Blac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6230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8456" y="1135434"/>
            <a:ext cx="6104899" cy="7894266"/>
          </a:xfrm>
          <a:prstGeom prst="rect">
            <a:avLst/>
          </a:prstGeom>
        </p:spPr>
      </p:pic>
      <p:sp>
        <p:nvSpPr>
          <p:cNvPr id="12" name="Como apoiamos ONGs"/>
          <p:cNvSpPr/>
          <p:nvPr/>
        </p:nvSpPr>
        <p:spPr>
          <a:xfrm>
            <a:off x="764500" y="2834217"/>
            <a:ext cx="8039100" cy="384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667"/>
              </a:lnSpc>
              <a:spcAft>
                <a:spcPts val="20107"/>
              </a:spcAft>
              <a:buNone/>
            </a:pPr>
            <a:r>
              <a:rPr lang="en-US" sz="13705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Event storming</a:t>
            </a:r>
            <a:endParaRPr lang="en-US" sz="13705" b="1" dirty="0">
              <a:latin typeface="Maven Pro Black" pitchFamily="2" charset="77"/>
            </a:endParaRPr>
          </a:p>
        </p:txBody>
      </p:sp>
      <p:sp>
        <p:nvSpPr>
          <p:cNvPr id="13" name="Todo lucro do MVP Conf  revertido em doaes e projetos com impacto real"/>
          <p:cNvSpPr/>
          <p:nvPr/>
        </p:nvSpPr>
        <p:spPr>
          <a:xfrm>
            <a:off x="762000" y="6939492"/>
            <a:ext cx="6434374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2165"/>
              </a:spcAft>
              <a:buNone/>
            </a:pPr>
            <a:r>
              <a:rPr lang="en-US" sz="2347" dirty="0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Uma nova </a:t>
            </a:r>
            <a:r>
              <a:rPr lang="en-US" sz="2347" dirty="0" err="1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técnica</a:t>
            </a:r>
            <a:r>
              <a:rPr lang="en-US" sz="2347" dirty="0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 para </a:t>
            </a:r>
            <a:r>
              <a:rPr lang="en-US" sz="2347" dirty="0" err="1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descobrir</a:t>
            </a:r>
            <a:r>
              <a:rPr lang="en-US" sz="2347" dirty="0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, </a:t>
            </a:r>
            <a:r>
              <a:rPr lang="en-US" sz="2347" dirty="0" err="1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definir</a:t>
            </a:r>
            <a:r>
              <a:rPr lang="en-US" sz="2347" dirty="0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 e </a:t>
            </a:r>
            <a:r>
              <a:rPr lang="en-US" sz="2347" dirty="0" err="1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documentar</a:t>
            </a:r>
            <a:r>
              <a:rPr lang="en-US" sz="2347" dirty="0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 </a:t>
            </a:r>
            <a:r>
              <a:rPr lang="en-US" sz="2347" dirty="0" err="1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processos</a:t>
            </a:r>
            <a:r>
              <a:rPr lang="en-US" sz="2347" dirty="0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, </a:t>
            </a:r>
            <a:r>
              <a:rPr lang="en-US" sz="2347" dirty="0" err="1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eventos</a:t>
            </a:r>
            <a:r>
              <a:rPr lang="en-US" sz="2347" dirty="0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 e </a:t>
            </a:r>
            <a:r>
              <a:rPr lang="en-US" sz="2347" dirty="0" err="1">
                <a:solidFill>
                  <a:srgbClr val="FFFFFF"/>
                </a:solidFill>
                <a:latin typeface="Maven Pro Medium" pitchFamily="2" charset="77"/>
                <a:ea typeface="Inter" panose="02000503000000020004" pitchFamily="2" charset="0"/>
                <a:cs typeface="Maven Pro Bold" pitchFamily="34" charset="-120"/>
              </a:rPr>
              <a:t>ações</a:t>
            </a:r>
            <a:endParaRPr lang="en-US" sz="2347" dirty="0">
              <a:latin typeface="Maven Pro Medium" pitchFamily="2" charset="77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275C5-644B-B14E-9222-F98BBDBBF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74ADEF1C-378C-CA2E-54FA-D01DD17E12F4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696" b="1" dirty="0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Event Storming</a:t>
            </a:r>
            <a:endParaRPr lang="en-US" sz="8696" b="1" dirty="0">
              <a:latin typeface="Maven Pro Black" pitchFamily="2" charset="77"/>
            </a:endParaRPr>
          </a:p>
        </p:txBody>
      </p:sp>
      <p:sp>
        <p:nvSpPr>
          <p:cNvPr id="5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A4CDCB15-BBD0-DB44-A3C0-142FF3F3E53B}"/>
              </a:ext>
            </a:extLst>
          </p:cNvPr>
          <p:cNvSpPr/>
          <p:nvPr/>
        </p:nvSpPr>
        <p:spPr>
          <a:xfrm>
            <a:off x="7213525" y="762000"/>
            <a:ext cx="10026725" cy="319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Convidar as pessoas certas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Espaço ILIMITADO para modelar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organizados em timeline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Espaço para colaborar e discutir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Perguntas. Muitas perguntas!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Escreva protótipos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Ideias vão surgir! Que ótimo!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Representação visual do entendimento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Treine novos facilitadores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Erre! E corriga na próxima, e tá tudo bem...</a:t>
            </a:r>
            <a:endParaRPr lang="en-US" sz="3600" dirty="0">
              <a:solidFill>
                <a:srgbClr val="595959"/>
              </a:solidFill>
              <a:latin typeface="Maven Pro Medium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00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E92B9-69E1-54DF-7C43-631EF188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0E435B50-BF07-949A-B14A-0E0EB7E5D0C2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696" b="1" dirty="0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Event Storming</a:t>
            </a:r>
            <a:endParaRPr lang="en-US" sz="8696" b="1" dirty="0">
              <a:latin typeface="Maven Pro Black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D76B8-5846-CC4C-5940-D75AC5354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" y="824948"/>
            <a:ext cx="18261615" cy="86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7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32B1E-BDC0-46A6-6DF8-71833180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A1823CDB-014C-CD99-7391-8D7A3BB71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40673DEE-2C03-A4DE-3D12-E40D053EC2B7}"/>
              </a:ext>
            </a:extLst>
          </p:cNvPr>
          <p:cNvSpPr/>
          <p:nvPr/>
        </p:nvSpPr>
        <p:spPr>
          <a:xfrm>
            <a:off x="761998" y="3012893"/>
            <a:ext cx="16478251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1667"/>
              </a:lnSpc>
              <a:spcAft>
                <a:spcPts val="11004"/>
              </a:spcAft>
              <a:buNone/>
            </a:pPr>
            <a:r>
              <a:rPr lang="en-US" sz="11927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Event Driven Architecture</a:t>
            </a:r>
            <a:endParaRPr lang="en-US" sz="11927" b="1" dirty="0">
              <a:latin typeface="Maven Pro Blac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31164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47C44-A8AE-9472-604E-6C863AFD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15C152-A117-329F-D90C-E7B11B296E1A}"/>
              </a:ext>
            </a:extLst>
          </p:cNvPr>
          <p:cNvCxnSpPr>
            <a:cxnSpLocks/>
          </p:cNvCxnSpPr>
          <p:nvPr/>
        </p:nvCxnSpPr>
        <p:spPr>
          <a:xfrm flipV="1">
            <a:off x="7068527" y="3933699"/>
            <a:ext cx="3276000" cy="1045852"/>
          </a:xfrm>
          <a:prstGeom prst="line">
            <a:avLst/>
          </a:prstGeom>
          <a:ln w="47625" cap="rnd">
            <a:solidFill>
              <a:srgbClr val="327A8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7D4497-84DE-318F-AD92-28FFAE90FD10}"/>
              </a:ext>
            </a:extLst>
          </p:cNvPr>
          <p:cNvCxnSpPr>
            <a:cxnSpLocks/>
          </p:cNvCxnSpPr>
          <p:nvPr/>
        </p:nvCxnSpPr>
        <p:spPr>
          <a:xfrm>
            <a:off x="7068527" y="5512333"/>
            <a:ext cx="3276000" cy="0"/>
          </a:xfrm>
          <a:prstGeom prst="line">
            <a:avLst/>
          </a:prstGeom>
          <a:ln w="47625" cap="rnd">
            <a:solidFill>
              <a:srgbClr val="327A8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DF7FE3-2777-FFFE-C32C-3E91F9B7F829}"/>
              </a:ext>
            </a:extLst>
          </p:cNvPr>
          <p:cNvCxnSpPr>
            <a:cxnSpLocks/>
          </p:cNvCxnSpPr>
          <p:nvPr/>
        </p:nvCxnSpPr>
        <p:spPr>
          <a:xfrm>
            <a:off x="7068527" y="6045116"/>
            <a:ext cx="3276000" cy="1045851"/>
          </a:xfrm>
          <a:prstGeom prst="line">
            <a:avLst/>
          </a:prstGeom>
          <a:ln w="47625" cap="rnd">
            <a:solidFill>
              <a:srgbClr val="327A8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52CA3C73-9A9A-262F-50A6-DF1E404C7DD5}"/>
              </a:ext>
            </a:extLst>
          </p:cNvPr>
          <p:cNvSpPr/>
          <p:nvPr/>
        </p:nvSpPr>
        <p:spPr>
          <a:xfrm>
            <a:off x="10475002" y="3506555"/>
            <a:ext cx="1620328" cy="731230"/>
          </a:xfrm>
          <a:prstGeom prst="roundRect">
            <a:avLst/>
          </a:prstGeom>
          <a:solidFill>
            <a:srgbClr val="008E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Marketing</a:t>
            </a:r>
          </a:p>
        </p:txBody>
      </p:sp>
      <p:sp>
        <p:nvSpPr>
          <p:cNvPr id="12" name="Rounded Rectangle 22">
            <a:extLst>
              <a:ext uri="{FF2B5EF4-FFF2-40B4-BE49-F238E27FC236}">
                <a16:creationId xmlns:a16="http://schemas.microsoft.com/office/drawing/2014/main" id="{17BE1748-AC26-89F4-6E70-0A5186456091}"/>
              </a:ext>
            </a:extLst>
          </p:cNvPr>
          <p:cNvSpPr/>
          <p:nvPr/>
        </p:nvSpPr>
        <p:spPr>
          <a:xfrm>
            <a:off x="10475002" y="5111068"/>
            <a:ext cx="1620328" cy="731230"/>
          </a:xfrm>
          <a:prstGeom prst="roundRect">
            <a:avLst/>
          </a:prstGeom>
          <a:solidFill>
            <a:srgbClr val="008E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Commercial</a:t>
            </a:r>
          </a:p>
        </p:txBody>
      </p:sp>
      <p:sp>
        <p:nvSpPr>
          <p:cNvPr id="13" name="Rounded Rectangle 23">
            <a:extLst>
              <a:ext uri="{FF2B5EF4-FFF2-40B4-BE49-F238E27FC236}">
                <a16:creationId xmlns:a16="http://schemas.microsoft.com/office/drawing/2014/main" id="{174146A6-4ABE-D4C5-8366-C5D6E8464A5B}"/>
              </a:ext>
            </a:extLst>
          </p:cNvPr>
          <p:cNvSpPr/>
          <p:nvPr/>
        </p:nvSpPr>
        <p:spPr>
          <a:xfrm>
            <a:off x="10475002" y="6698328"/>
            <a:ext cx="1620328" cy="731230"/>
          </a:xfrm>
          <a:prstGeom prst="roundRect">
            <a:avLst/>
          </a:prstGeom>
          <a:solidFill>
            <a:srgbClr val="008E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IT</a:t>
            </a:r>
          </a:p>
        </p:txBody>
      </p:sp>
      <p:sp>
        <p:nvSpPr>
          <p:cNvPr id="14" name="Rounded Rectangular Callout 25">
            <a:extLst>
              <a:ext uri="{FF2B5EF4-FFF2-40B4-BE49-F238E27FC236}">
                <a16:creationId xmlns:a16="http://schemas.microsoft.com/office/drawing/2014/main" id="{528B7DC1-D98C-A781-30E3-34AEB558CA89}"/>
              </a:ext>
            </a:extLst>
          </p:cNvPr>
          <p:cNvSpPr/>
          <p:nvPr/>
        </p:nvSpPr>
        <p:spPr>
          <a:xfrm>
            <a:off x="12320296" y="2865942"/>
            <a:ext cx="2194266" cy="914400"/>
          </a:xfrm>
          <a:prstGeom prst="wedgeRoundRectCallout">
            <a:avLst>
              <a:gd name="adj1" fmla="val -40967"/>
              <a:gd name="adj2" fmla="val 72354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Ok, </a:t>
            </a:r>
            <a:r>
              <a:rPr lang="en-US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vamos</a:t>
            </a:r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mandar um email!</a:t>
            </a:r>
          </a:p>
        </p:txBody>
      </p:sp>
      <p:sp>
        <p:nvSpPr>
          <p:cNvPr id="15" name="Rounded Rectangular Callout 26">
            <a:extLst>
              <a:ext uri="{FF2B5EF4-FFF2-40B4-BE49-F238E27FC236}">
                <a16:creationId xmlns:a16="http://schemas.microsoft.com/office/drawing/2014/main" id="{1E7867FD-9229-C855-7FCE-C2C8372F9ECE}"/>
              </a:ext>
            </a:extLst>
          </p:cNvPr>
          <p:cNvSpPr/>
          <p:nvPr/>
        </p:nvSpPr>
        <p:spPr>
          <a:xfrm>
            <a:off x="12320296" y="4393513"/>
            <a:ext cx="2194266" cy="914400"/>
          </a:xfrm>
          <a:prstGeom prst="wedgeRoundRectCallout">
            <a:avLst>
              <a:gd name="adj1" fmla="val -40967"/>
              <a:gd name="adj2" fmla="val 72354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Vamos </a:t>
            </a:r>
            <a:r>
              <a:rPr lang="en-US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enviar</a:t>
            </a:r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um upsell para </a:t>
            </a:r>
            <a:r>
              <a:rPr lang="en-US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</a:t>
            </a:r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6" name="Rounded Rectangular Callout 27">
            <a:extLst>
              <a:ext uri="{FF2B5EF4-FFF2-40B4-BE49-F238E27FC236}">
                <a16:creationId xmlns:a16="http://schemas.microsoft.com/office/drawing/2014/main" id="{0D40B7AE-2C00-18B8-87D9-F8E2D187AF6F}"/>
              </a:ext>
            </a:extLst>
          </p:cNvPr>
          <p:cNvSpPr/>
          <p:nvPr/>
        </p:nvSpPr>
        <p:spPr>
          <a:xfrm>
            <a:off x="12320296" y="6134998"/>
            <a:ext cx="2194266" cy="914400"/>
          </a:xfrm>
          <a:prstGeom prst="wedgeRoundRectCallout">
            <a:avLst>
              <a:gd name="adj1" fmla="val -40967"/>
              <a:gd name="adj2" fmla="val 72354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Vamos </a:t>
            </a:r>
            <a:r>
              <a:rPr lang="en-US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providenciar</a:t>
            </a:r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 </a:t>
            </a:r>
            <a:r>
              <a:rPr lang="en-US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credenciais</a:t>
            </a:r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EA0EBD-C8E6-9E73-5C8C-F38AC60CF8E5}"/>
              </a:ext>
            </a:extLst>
          </p:cNvPr>
          <p:cNvGrpSpPr/>
          <p:nvPr/>
        </p:nvGrpSpPr>
        <p:grpSpPr>
          <a:xfrm>
            <a:off x="3913375" y="4207265"/>
            <a:ext cx="2800312" cy="2201295"/>
            <a:chOff x="647660" y="2705579"/>
            <a:chExt cx="2800312" cy="2201295"/>
          </a:xfrm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6AAE441A-ED5F-B2FC-6E15-F8A83069DBEF}"/>
                </a:ext>
              </a:extLst>
            </p:cNvPr>
            <p:cNvSpPr/>
            <p:nvPr/>
          </p:nvSpPr>
          <p:spPr>
            <a:xfrm>
              <a:off x="647660" y="2705579"/>
              <a:ext cx="2800312" cy="2201295"/>
            </a:xfrm>
            <a:prstGeom prst="wedgeEllipseCallout">
              <a:avLst>
                <a:gd name="adj1" fmla="val -49554"/>
                <a:gd name="adj2" fmla="val 565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8E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endParaRPr lang="en-US" dirty="0">
                <a:solidFill>
                  <a:srgbClr val="008E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en-US" sz="2000" b="1" dirty="0">
                  <a:solidFill>
                    <a:srgbClr val="008EFF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Novo </a:t>
              </a:r>
              <a:r>
                <a:rPr lang="en-US" sz="2000" b="1" dirty="0" err="1">
                  <a:solidFill>
                    <a:srgbClr val="008EFF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usuário</a:t>
              </a:r>
              <a:r>
                <a:rPr lang="en-US" sz="2000" b="1" dirty="0">
                  <a:solidFill>
                    <a:srgbClr val="008EFF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 se </a:t>
              </a:r>
              <a:r>
                <a:rPr lang="en-US" sz="2000" b="1" dirty="0" err="1">
                  <a:solidFill>
                    <a:srgbClr val="008EFF"/>
                  </a:solidFill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cadastrou</a:t>
              </a:r>
              <a:endParaRPr lang="en-US" sz="2000" b="1" dirty="0">
                <a:solidFill>
                  <a:srgbClr val="008EFF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  <p:pic>
          <p:nvPicPr>
            <p:cNvPr id="19" name="Graphic 18" descr="Megaphone with solid fill">
              <a:extLst>
                <a:ext uri="{FF2B5EF4-FFF2-40B4-BE49-F238E27FC236}">
                  <a16:creationId xmlns:a16="http://schemas.microsoft.com/office/drawing/2014/main" id="{39D23052-9009-0F0D-679C-B1B4EE7081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35524" y="2922718"/>
              <a:ext cx="774691" cy="774691"/>
            </a:xfrm>
            <a:prstGeom prst="rect">
              <a:avLst/>
            </a:prstGeom>
            <a:effectLst>
              <a:outerShdw blurRad="63500" dist="38100" dir="2700000" algn="tl" rotWithShape="0">
                <a:prstClr val="black">
                  <a:alpha val="54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50869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453DC-A13A-7C5C-3020-A58FC221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693DE9B-B795-8038-F76B-6DF868325D60}"/>
              </a:ext>
            </a:extLst>
          </p:cNvPr>
          <p:cNvSpPr/>
          <p:nvPr/>
        </p:nvSpPr>
        <p:spPr>
          <a:xfrm>
            <a:off x="13692098" y="4138442"/>
            <a:ext cx="2408577" cy="244344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EFF"/>
            </a:solidFill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>
              <a:spcAft>
                <a:spcPts val="300"/>
              </a:spcAft>
            </a:pPr>
            <a:r>
              <a:rPr lang="en-US" sz="1600">
                <a:solidFill>
                  <a:srgbClr val="008EFF"/>
                </a:solidFill>
                <a:latin typeface="Open Sans SemiBold"/>
                <a:ea typeface="Open Sans SemiBold"/>
                <a:cs typeface="Open Sans SemiBold"/>
              </a:rPr>
              <a:t>System</a:t>
            </a:r>
          </a:p>
          <a:p>
            <a:pPr algn="ctr">
              <a:spcAft>
                <a:spcPts val="300"/>
              </a:spcAft>
            </a:pPr>
            <a:r>
              <a:rPr lang="en-US" sz="1600">
                <a:solidFill>
                  <a:srgbClr val="008EFF"/>
                </a:solidFill>
                <a:latin typeface="Open Sans SemiBold"/>
                <a:ea typeface="Open Sans SemiBold"/>
                <a:cs typeface="Open Sans SemiBold"/>
              </a:rPr>
              <a:t>C</a:t>
            </a:r>
            <a:endParaRPr lang="en-US" sz="1600">
              <a:solidFill>
                <a:srgbClr val="008E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27BB19-3742-C56C-D69C-84ABADEE886B}"/>
              </a:ext>
            </a:extLst>
          </p:cNvPr>
          <p:cNvSpPr/>
          <p:nvPr/>
        </p:nvSpPr>
        <p:spPr>
          <a:xfrm>
            <a:off x="12702072" y="1219200"/>
            <a:ext cx="2408577" cy="244344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EFF"/>
            </a:solidFill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>
              <a:spcAft>
                <a:spcPts val="300"/>
              </a:spcAft>
            </a:pPr>
            <a:r>
              <a:rPr lang="en-US" sz="1600">
                <a:solidFill>
                  <a:srgbClr val="008EFF"/>
                </a:solidFill>
                <a:latin typeface="Open Sans SemiBold"/>
                <a:ea typeface="Open Sans SemiBold"/>
                <a:cs typeface="Open Sans SemiBold"/>
              </a:rPr>
              <a:t>System</a:t>
            </a:r>
          </a:p>
          <a:p>
            <a:pPr algn="ctr">
              <a:spcAft>
                <a:spcPts val="300"/>
              </a:spcAft>
            </a:pPr>
            <a:r>
              <a:rPr lang="en-US" sz="1600">
                <a:solidFill>
                  <a:srgbClr val="008EFF"/>
                </a:solidFill>
                <a:latin typeface="Open Sans SemiBold"/>
                <a:ea typeface="Open Sans SemiBold"/>
                <a:cs typeface="Open Sans SemiBold"/>
              </a:rPr>
              <a:t>B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5ADFD8-4BE1-60F8-9647-2E6637DD21BA}"/>
              </a:ext>
            </a:extLst>
          </p:cNvPr>
          <p:cNvSpPr/>
          <p:nvPr/>
        </p:nvSpPr>
        <p:spPr>
          <a:xfrm>
            <a:off x="12702071" y="6738655"/>
            <a:ext cx="2408577" cy="244344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EFF"/>
            </a:solidFill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>
              <a:spcAft>
                <a:spcPts val="300"/>
              </a:spcAft>
            </a:pPr>
            <a:r>
              <a:rPr lang="en-US" sz="1600">
                <a:solidFill>
                  <a:srgbClr val="008EFF"/>
                </a:solidFill>
                <a:latin typeface="Open Sans SemiBold"/>
                <a:ea typeface="Open Sans SemiBold"/>
                <a:cs typeface="Open Sans SemiBold"/>
              </a:rPr>
              <a:t>System</a:t>
            </a:r>
          </a:p>
          <a:p>
            <a:pPr algn="ctr">
              <a:spcAft>
                <a:spcPts val="300"/>
              </a:spcAft>
            </a:pPr>
            <a:r>
              <a:rPr lang="en-US" sz="1600">
                <a:solidFill>
                  <a:srgbClr val="008EFF"/>
                </a:solidFill>
                <a:latin typeface="Open Sans SemiBold"/>
                <a:ea typeface="Open Sans SemiBold"/>
                <a:cs typeface="Open Sans SemiBold"/>
              </a:rPr>
              <a:t>D</a:t>
            </a:r>
            <a:endParaRPr lang="en-US" sz="1600">
              <a:solidFill>
                <a:srgbClr val="008EFF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5B41B3E-66CE-C8EA-2ABC-4053D119B345}"/>
              </a:ext>
            </a:extLst>
          </p:cNvPr>
          <p:cNvSpPr/>
          <p:nvPr/>
        </p:nvSpPr>
        <p:spPr>
          <a:xfrm>
            <a:off x="2707612" y="4187184"/>
            <a:ext cx="2408577" cy="244344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8EFF"/>
            </a:solidFill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>
              <a:spcAft>
                <a:spcPts val="300"/>
              </a:spcAft>
            </a:pPr>
            <a:r>
              <a:rPr lang="en-US" sz="1600" dirty="0">
                <a:solidFill>
                  <a:srgbClr val="008EFF"/>
                </a:solidFill>
                <a:latin typeface="Open Sans SemiBold"/>
                <a:ea typeface="Open Sans SemiBold"/>
                <a:cs typeface="Calibri"/>
              </a:rPr>
              <a:t>System</a:t>
            </a:r>
          </a:p>
          <a:p>
            <a:pPr algn="ctr">
              <a:spcAft>
                <a:spcPts val="300"/>
              </a:spcAft>
            </a:pPr>
            <a:r>
              <a:rPr lang="en-US" sz="1600" dirty="0">
                <a:solidFill>
                  <a:srgbClr val="008EFF"/>
                </a:solidFill>
                <a:latin typeface="Open Sans SemiBold"/>
                <a:ea typeface="Open Sans SemiBold"/>
                <a:cs typeface="Calibri"/>
              </a:rPr>
              <a:t>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55C487-66A1-D707-3AD0-00555571514C}"/>
              </a:ext>
            </a:extLst>
          </p:cNvPr>
          <p:cNvSpPr/>
          <p:nvPr/>
        </p:nvSpPr>
        <p:spPr>
          <a:xfrm>
            <a:off x="7471779" y="4804127"/>
            <a:ext cx="2355260" cy="1084990"/>
          </a:xfrm>
          <a:prstGeom prst="roundRect">
            <a:avLst/>
          </a:prstGeom>
          <a:solidFill>
            <a:srgbClr val="008EFF"/>
          </a:solidFill>
          <a:ln>
            <a:noFill/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Event Broker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637C939-E3C2-CA81-1BAF-2755CBF189C4}"/>
              </a:ext>
            </a:extLst>
          </p:cNvPr>
          <p:cNvSpPr/>
          <p:nvPr/>
        </p:nvSpPr>
        <p:spPr>
          <a:xfrm>
            <a:off x="7941664" y="6626958"/>
            <a:ext cx="1415489" cy="450328"/>
          </a:xfrm>
          <a:prstGeom prst="roundRect">
            <a:avLst/>
          </a:prstGeom>
          <a:solidFill>
            <a:srgbClr val="008EFF"/>
          </a:solidFill>
          <a:ln>
            <a:noFill/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25AB4B2-1516-2087-A2D4-3BFCBA442837}"/>
              </a:ext>
            </a:extLst>
          </p:cNvPr>
          <p:cNvSpPr/>
          <p:nvPr/>
        </p:nvSpPr>
        <p:spPr>
          <a:xfrm rot="17931118">
            <a:off x="12002625" y="7018002"/>
            <a:ext cx="1116475" cy="378387"/>
          </a:xfrm>
          <a:prstGeom prst="roundRect">
            <a:avLst/>
          </a:prstGeom>
          <a:solidFill>
            <a:srgbClr val="327A88"/>
          </a:solidFill>
          <a:ln>
            <a:noFill/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Open Sans SemiBold"/>
                <a:ea typeface="Open Sans SemiBold"/>
                <a:cs typeface="Open Sans SemiBold"/>
              </a:rPr>
              <a:t>Adapter</a:t>
            </a:r>
            <a:endParaRPr lang="en-US" sz="1600" dirty="0">
              <a:solidFill>
                <a:srgbClr val="000000"/>
              </a:solidFill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BDBA4C-BB21-7E2A-DB19-89BA6D9BB287}"/>
              </a:ext>
            </a:extLst>
          </p:cNvPr>
          <p:cNvSpPr/>
          <p:nvPr/>
        </p:nvSpPr>
        <p:spPr>
          <a:xfrm rot="16200000">
            <a:off x="4891328" y="5157429"/>
            <a:ext cx="1116475" cy="378387"/>
          </a:xfrm>
          <a:prstGeom prst="roundRect">
            <a:avLst/>
          </a:prstGeom>
          <a:solidFill>
            <a:srgbClr val="327A88"/>
          </a:solidFill>
          <a:ln>
            <a:noFill/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Open Sans SemiBold"/>
                <a:ea typeface="Open Sans SemiBold"/>
                <a:cs typeface="Open Sans SemiBold"/>
              </a:rPr>
              <a:t>Adapter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A880185-12DE-242D-A18F-A876178DBDBE}"/>
              </a:ext>
            </a:extLst>
          </p:cNvPr>
          <p:cNvSpPr/>
          <p:nvPr/>
        </p:nvSpPr>
        <p:spPr>
          <a:xfrm rot="16200000">
            <a:off x="12884107" y="5159269"/>
            <a:ext cx="1116475" cy="378387"/>
          </a:xfrm>
          <a:prstGeom prst="roundRect">
            <a:avLst/>
          </a:prstGeom>
          <a:solidFill>
            <a:srgbClr val="327A88"/>
          </a:solidFill>
          <a:ln>
            <a:noFill/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Open Sans SemiBold"/>
                <a:ea typeface="Open Sans SemiBold"/>
                <a:cs typeface="Open Sans SemiBold"/>
              </a:rPr>
              <a:t>Adapter</a:t>
            </a:r>
            <a:endParaRPr lang="en-US" sz="1600" dirty="0">
              <a:solidFill>
                <a:srgbClr val="000000"/>
              </a:solidFill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33C921D-7F33-109F-DD2E-25AD3902BCBF}"/>
              </a:ext>
            </a:extLst>
          </p:cNvPr>
          <p:cNvSpPr/>
          <p:nvPr/>
        </p:nvSpPr>
        <p:spPr>
          <a:xfrm>
            <a:off x="7547581" y="3849310"/>
            <a:ext cx="2173677" cy="82464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Topic Space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067EF9-CCD2-D227-6467-B49B3482ACEB}"/>
              </a:ext>
            </a:extLst>
          </p:cNvPr>
          <p:cNvSpPr txBox="1"/>
          <p:nvPr/>
        </p:nvSpPr>
        <p:spPr>
          <a:xfrm>
            <a:off x="6083221" y="5008069"/>
            <a:ext cx="10101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&lt;Event&gt;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9A63EB-E3D7-481A-D2FF-718B6146B6FC}"/>
              </a:ext>
            </a:extLst>
          </p:cNvPr>
          <p:cNvSpPr txBox="1"/>
          <p:nvPr/>
        </p:nvSpPr>
        <p:spPr>
          <a:xfrm rot="19696168">
            <a:off x="10896730" y="4017906"/>
            <a:ext cx="10101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&lt;Event&gt;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E3CA13-40B3-3B3D-7F77-1B7452C4AD46}"/>
              </a:ext>
            </a:extLst>
          </p:cNvPr>
          <p:cNvSpPr txBox="1"/>
          <p:nvPr/>
        </p:nvSpPr>
        <p:spPr>
          <a:xfrm rot="2080177">
            <a:off x="10926021" y="6038657"/>
            <a:ext cx="10101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&lt;Event&gt;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9C0124-DB92-07E7-ADD8-4AB496A69A68}"/>
              </a:ext>
            </a:extLst>
          </p:cNvPr>
          <p:cNvCxnSpPr>
            <a:cxnSpLocks/>
            <a:stCxn id="22" idx="3"/>
            <a:endCxn id="50" idx="2"/>
          </p:cNvCxnSpPr>
          <p:nvPr/>
        </p:nvCxnSpPr>
        <p:spPr>
          <a:xfrm flipV="1">
            <a:off x="9827039" y="3606431"/>
            <a:ext cx="2918652" cy="17401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2F921E0-1EEC-4FA4-0181-AB0ACA4EB49F}"/>
              </a:ext>
            </a:extLst>
          </p:cNvPr>
          <p:cNvCxnSpPr>
            <a:cxnSpLocks/>
            <a:stCxn id="22" idx="3"/>
            <a:endCxn id="26" idx="0"/>
          </p:cNvCxnSpPr>
          <p:nvPr/>
        </p:nvCxnSpPr>
        <p:spPr>
          <a:xfrm>
            <a:off x="9827039" y="5346622"/>
            <a:ext cx="3426112" cy="18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69A1FFA-5920-0F68-0A00-01C575BD691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8649409" y="5889117"/>
            <a:ext cx="0" cy="7378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493537-C409-167C-1B63-A07C5BCBC7E6}"/>
              </a:ext>
            </a:extLst>
          </p:cNvPr>
          <p:cNvCxnSpPr>
            <a:cxnSpLocks/>
            <a:stCxn id="24" idx="0"/>
            <a:endCxn id="22" idx="3"/>
          </p:cNvCxnSpPr>
          <p:nvPr/>
        </p:nvCxnSpPr>
        <p:spPr>
          <a:xfrm flipH="1" flipV="1">
            <a:off x="9827039" y="5346622"/>
            <a:ext cx="2568115" cy="17692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D13B26-5527-E08C-8317-B51A6E6489CE}"/>
              </a:ext>
            </a:extLst>
          </p:cNvPr>
          <p:cNvCxnSpPr>
            <a:cxnSpLocks/>
            <a:stCxn id="25" idx="2"/>
            <a:endCxn id="22" idx="1"/>
          </p:cNvCxnSpPr>
          <p:nvPr/>
        </p:nvCxnSpPr>
        <p:spPr>
          <a:xfrm>
            <a:off x="5638759" y="5346622"/>
            <a:ext cx="183302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35" descr="Database with solid fill">
            <a:extLst>
              <a:ext uri="{FF2B5EF4-FFF2-40B4-BE49-F238E27FC236}">
                <a16:creationId xmlns:a16="http://schemas.microsoft.com/office/drawing/2014/main" id="{31F14A2B-189E-8B0D-5470-E7ACBD9D55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0190" y="7077286"/>
            <a:ext cx="938436" cy="9384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94B8BDF-7E48-2856-4D62-9D148833DA28}"/>
              </a:ext>
            </a:extLst>
          </p:cNvPr>
          <p:cNvSpPr txBox="1"/>
          <p:nvPr/>
        </p:nvSpPr>
        <p:spPr>
          <a:xfrm>
            <a:off x="11060737" y="5041570"/>
            <a:ext cx="10101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&lt;Event&gt;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1514212-5A70-9A94-0334-2D46483BF2CD}"/>
              </a:ext>
            </a:extLst>
          </p:cNvPr>
          <p:cNvSpPr/>
          <p:nvPr/>
        </p:nvSpPr>
        <p:spPr>
          <a:xfrm rot="2676110">
            <a:off x="12320300" y="3282531"/>
            <a:ext cx="1116475" cy="378387"/>
          </a:xfrm>
          <a:prstGeom prst="roundRect">
            <a:avLst/>
          </a:prstGeom>
          <a:solidFill>
            <a:srgbClr val="327A88"/>
          </a:solidFill>
          <a:ln>
            <a:noFill/>
          </a:ln>
          <a:effectLst>
            <a:outerShdw blurRad="127000" dist="38100" sx="102000" sy="102000" algn="ctr" rotWithShape="0">
              <a:prstClr val="black">
                <a:alpha val="24824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Open Sans SemiBold"/>
                <a:ea typeface="Open Sans SemiBold"/>
                <a:cs typeface="Open Sans SemiBold"/>
              </a:rPr>
              <a:t>Adapter</a:t>
            </a:r>
            <a:endParaRPr lang="en-US" sz="1600" dirty="0">
              <a:solidFill>
                <a:srgbClr val="000000"/>
              </a:solidFill>
              <a:latin typeface="Open Sans SemiBold"/>
              <a:ea typeface="Open Sans SemiBold"/>
              <a:cs typeface="Open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172804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B74C1-801A-7F30-7348-7895C3EE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E197B37-0D6B-47E3-0AEB-EC4101362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218" y="641867"/>
            <a:ext cx="9453563" cy="854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C0B25B-46CD-7198-2516-6A78B2642ABE}"/>
              </a:ext>
            </a:extLst>
          </p:cNvPr>
          <p:cNvSpPr/>
          <p:nvPr/>
        </p:nvSpPr>
        <p:spPr>
          <a:xfrm>
            <a:off x="10900229" y="8186057"/>
            <a:ext cx="3091542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3EC10-0BA7-47CB-FAA5-F9964FED1C0C}"/>
              </a:ext>
            </a:extLst>
          </p:cNvPr>
          <p:cNvSpPr/>
          <p:nvPr/>
        </p:nvSpPr>
        <p:spPr>
          <a:xfrm>
            <a:off x="5551714" y="413657"/>
            <a:ext cx="7162799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664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6FF2E-4AA5-3DE3-87FF-EF0F0765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425E4320-801A-8D58-B0D8-2992E9254CED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696" b="1" dirty="0" err="1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Dicas</a:t>
            </a:r>
            <a:r>
              <a:rPr lang="en-US" sz="8696" b="1" dirty="0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8696" b="1" dirty="0" err="1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importantes</a:t>
            </a:r>
            <a:endParaRPr lang="en-US" sz="8696" b="1" dirty="0">
              <a:latin typeface="Maven Pro Black" pitchFamily="2" charset="77"/>
            </a:endParaRPr>
          </a:p>
        </p:txBody>
      </p:sp>
      <p:sp>
        <p:nvSpPr>
          <p:cNvPr id="5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DD97884D-3188-B008-0EC1-B5B03B87F682}"/>
              </a:ext>
            </a:extLst>
          </p:cNvPr>
          <p:cNvSpPr/>
          <p:nvPr/>
        </p:nvSpPr>
        <p:spPr>
          <a:xfrm>
            <a:off x="8650440" y="3593541"/>
            <a:ext cx="10026725" cy="414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orientados a negócio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</a:t>
            </a:r>
            <a:r>
              <a:rPr lang="pt-BR" sz="3600" b="1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sempre</a:t>
            </a: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 no passado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Desassociação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Escalabilidade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Resiliencia</a:t>
            </a:r>
            <a:endParaRPr lang="en-US" sz="3600" dirty="0">
              <a:solidFill>
                <a:srgbClr val="595959"/>
              </a:solidFill>
              <a:latin typeface="Maven Pro Medium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37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EF383-AF33-BCE2-C4E7-B8AD701DF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007D3227-81FF-9777-42BD-71EF1074F933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696" b="1" dirty="0">
                <a:solidFill>
                  <a:srgbClr val="C00000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Anti Patterns </a:t>
            </a:r>
            <a:endParaRPr lang="en-US" sz="8696" b="1" dirty="0">
              <a:solidFill>
                <a:srgbClr val="C00000"/>
              </a:solidFill>
              <a:latin typeface="Maven Pro Black" pitchFamily="2" charset="77"/>
            </a:endParaRPr>
          </a:p>
        </p:txBody>
      </p:sp>
      <p:sp>
        <p:nvSpPr>
          <p:cNvPr id="5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C94D612C-45FC-C923-D689-165114C2185D}"/>
              </a:ext>
            </a:extLst>
          </p:cNvPr>
          <p:cNvSpPr/>
          <p:nvPr/>
        </p:nvSpPr>
        <p:spPr>
          <a:xfrm>
            <a:off x="8650440" y="2353128"/>
            <a:ext cx="10026725" cy="558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dependentes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sequenciais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com expectativas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genericos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Leaky events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baseados em entidades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como comandos</a:t>
            </a:r>
          </a:p>
          <a:p>
            <a:pPr marL="571500" indent="-571500" algn="just">
              <a:spcAft>
                <a:spcPts val="2473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595959"/>
                </a:solidFill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Eventos como chamadas de metódos</a:t>
            </a:r>
            <a:endParaRPr lang="en-US" sz="3600" dirty="0">
              <a:solidFill>
                <a:srgbClr val="595959"/>
              </a:solidFill>
              <a:latin typeface="Maven Pro Medium" pitchFamily="2" charset="77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131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026CE-4387-C1E8-7FD9-944F81DA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FBDB4562-5815-12B4-B6EF-B9AE7A46DF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03632" y="2834217"/>
            <a:ext cx="8727168" cy="5114256"/>
          </a:xfrm>
          <a:prstGeom prst="rect">
            <a:avLst/>
          </a:prstGeom>
        </p:spPr>
      </p:pic>
      <p:sp>
        <p:nvSpPr>
          <p:cNvPr id="12" name="Como apoiamos ONGs">
            <a:extLst>
              <a:ext uri="{FF2B5EF4-FFF2-40B4-BE49-F238E27FC236}">
                <a16:creationId xmlns:a16="http://schemas.microsoft.com/office/drawing/2014/main" id="{0CAE38C1-F4EC-EEDA-0DC7-27B0685FFD36}"/>
              </a:ext>
            </a:extLst>
          </p:cNvPr>
          <p:cNvSpPr/>
          <p:nvPr/>
        </p:nvSpPr>
        <p:spPr>
          <a:xfrm>
            <a:off x="764500" y="2834217"/>
            <a:ext cx="8039100" cy="384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667"/>
              </a:lnSpc>
              <a:spcAft>
                <a:spcPts val="20107"/>
              </a:spcAft>
              <a:buNone/>
            </a:pPr>
            <a:r>
              <a:rPr lang="en-US" sz="114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Azure Integration Services</a:t>
            </a:r>
            <a:endParaRPr lang="en-US" sz="11400" b="1" dirty="0">
              <a:latin typeface="Maven Pro Blac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289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AE487-1931-CDCF-C0D3-6C8F4C98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67D99D2F-4712-FC7D-6FF5-D0514E5F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06912" y="1196859"/>
            <a:ext cx="4612955" cy="7893281"/>
          </a:xfrm>
          <a:prstGeom prst="rect">
            <a:avLst/>
          </a:prstGeom>
        </p:spPr>
      </p:pic>
      <p:sp>
        <p:nvSpPr>
          <p:cNvPr id="12" name="Como apoiamos ONGs">
            <a:extLst>
              <a:ext uri="{FF2B5EF4-FFF2-40B4-BE49-F238E27FC236}">
                <a16:creationId xmlns:a16="http://schemas.microsoft.com/office/drawing/2014/main" id="{86126181-8509-CE25-C976-B6A364B39240}"/>
              </a:ext>
            </a:extLst>
          </p:cNvPr>
          <p:cNvSpPr/>
          <p:nvPr/>
        </p:nvSpPr>
        <p:spPr>
          <a:xfrm>
            <a:off x="764500" y="2834217"/>
            <a:ext cx="8039100" cy="384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667"/>
              </a:lnSpc>
              <a:spcAft>
                <a:spcPts val="20107"/>
              </a:spcAft>
              <a:buNone/>
            </a:pPr>
            <a:r>
              <a:rPr lang="en-US" sz="114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AIS Support resources</a:t>
            </a:r>
            <a:endParaRPr lang="en-US" sz="11400" b="1" dirty="0">
              <a:latin typeface="Maven Pro Blac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84559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333BF-A77C-7ED2-A0C8-0951D5B6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428906-B43B-7882-7964-2508431BE9A3}"/>
              </a:ext>
            </a:extLst>
          </p:cNvPr>
          <p:cNvSpPr/>
          <p:nvPr/>
        </p:nvSpPr>
        <p:spPr>
          <a:xfrm>
            <a:off x="10900229" y="8186057"/>
            <a:ext cx="3091542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E61751-B964-A270-774F-2D36912C8A6D}"/>
              </a:ext>
            </a:extLst>
          </p:cNvPr>
          <p:cNvSpPr/>
          <p:nvPr/>
        </p:nvSpPr>
        <p:spPr>
          <a:xfrm>
            <a:off x="5551714" y="413657"/>
            <a:ext cx="7162799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 descr="Architecture diagram showing simple enterprise integration">
            <a:extLst>
              <a:ext uri="{FF2B5EF4-FFF2-40B4-BE49-F238E27FC236}">
                <a16:creationId xmlns:a16="http://schemas.microsoft.com/office/drawing/2014/main" id="{BA34927C-E01E-6C51-9EF2-F746998B9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9821" y="1532286"/>
            <a:ext cx="12388358" cy="7649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782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2C97D-094D-D34A-0CDF-A397C77B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B22019-C0F5-8C09-98BC-2F0F9676822A}"/>
              </a:ext>
            </a:extLst>
          </p:cNvPr>
          <p:cNvSpPr/>
          <p:nvPr/>
        </p:nvSpPr>
        <p:spPr>
          <a:xfrm>
            <a:off x="10900229" y="8186057"/>
            <a:ext cx="3091542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55C682-8C28-2297-A3AE-A79AAF467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828800" y="1211348"/>
            <a:ext cx="14630400" cy="786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614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C3C96-477C-768D-1D5A-2FA6CA13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EE82FE-88AE-9D21-A47D-20510EF799F9}"/>
              </a:ext>
            </a:extLst>
          </p:cNvPr>
          <p:cNvSpPr/>
          <p:nvPr/>
        </p:nvSpPr>
        <p:spPr>
          <a:xfrm>
            <a:off x="10900229" y="8186057"/>
            <a:ext cx="3091542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95DBF6A-2B69-F0BE-F646-3E898BB8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831119" y="1212594"/>
            <a:ext cx="14625762" cy="786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856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73D02-DCFF-3389-888F-844FB05E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63568C-EB7B-5DBA-4265-5E5ADA79F308}"/>
              </a:ext>
            </a:extLst>
          </p:cNvPr>
          <p:cNvSpPr/>
          <p:nvPr/>
        </p:nvSpPr>
        <p:spPr>
          <a:xfrm>
            <a:off x="10900229" y="8186057"/>
            <a:ext cx="3091542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46F88-8A71-06FD-192B-7F27EEDE51B0}"/>
              </a:ext>
            </a:extLst>
          </p:cNvPr>
          <p:cNvSpPr/>
          <p:nvPr/>
        </p:nvSpPr>
        <p:spPr>
          <a:xfrm>
            <a:off x="5551714" y="413657"/>
            <a:ext cx="7162799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6DE1091-572B-28DF-8F1C-7FDB1A48A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828800" y="1211348"/>
            <a:ext cx="14630400" cy="786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013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219AED-5A63-3B52-4C89-F832C2DA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9DC682-FB42-6C36-A7D2-E01509B0764C}"/>
              </a:ext>
            </a:extLst>
          </p:cNvPr>
          <p:cNvSpPr/>
          <p:nvPr/>
        </p:nvSpPr>
        <p:spPr>
          <a:xfrm>
            <a:off x="10900229" y="8186057"/>
            <a:ext cx="3091542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568E6E-087E-CA07-7833-401B23713CA0}"/>
              </a:ext>
            </a:extLst>
          </p:cNvPr>
          <p:cNvSpPr/>
          <p:nvPr/>
        </p:nvSpPr>
        <p:spPr>
          <a:xfrm>
            <a:off x="5551714" y="413657"/>
            <a:ext cx="7162799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23A9949-6510-9397-E247-E7C5D402F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470650" y="223228"/>
            <a:ext cx="13346700" cy="9840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561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A21BF-69E6-9C15-D4D5-1B769BF0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AA5A97C1-80F7-2688-758C-972DFE720F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AB731155-402E-67DF-376E-CCC6F0178307}"/>
              </a:ext>
            </a:extLst>
          </p:cNvPr>
          <p:cNvSpPr/>
          <p:nvPr/>
        </p:nvSpPr>
        <p:spPr>
          <a:xfrm>
            <a:off x="761998" y="3012893"/>
            <a:ext cx="16478251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667"/>
              </a:lnSpc>
              <a:spcBef>
                <a:spcPts val="0"/>
              </a:spcBef>
              <a:spcAft>
                <a:spcPts val="1100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AIS + Fabric </a:t>
            </a:r>
            <a:b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</a:b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Powering AI</a:t>
            </a:r>
            <a:endParaRPr kumimoji="0" lang="en-US" sz="11927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Maven Pro Regular" pitchFamily="34" charset="-122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7817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8B96A-483B-BD30-91EE-DEFDCB2E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945E73-4347-0E6F-94E6-E64FF5A153C9}"/>
              </a:ext>
            </a:extLst>
          </p:cNvPr>
          <p:cNvSpPr/>
          <p:nvPr/>
        </p:nvSpPr>
        <p:spPr>
          <a:xfrm>
            <a:off x="10900229" y="8186057"/>
            <a:ext cx="3091542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2EEEAB-B40F-4F38-9FB7-87B08A3D09D9}"/>
              </a:ext>
            </a:extLst>
          </p:cNvPr>
          <p:cNvSpPr/>
          <p:nvPr/>
        </p:nvSpPr>
        <p:spPr>
          <a:xfrm>
            <a:off x="5551714" y="413657"/>
            <a:ext cx="7162799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5A9BBB1-75E8-F7AB-4454-338FD74E1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03199" y="2480672"/>
            <a:ext cx="8606675" cy="6217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688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344F7-68A6-B9B7-254B-EBB12828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705137-2C1C-A551-B7E1-538D43D7BFA0}"/>
              </a:ext>
            </a:extLst>
          </p:cNvPr>
          <p:cNvSpPr/>
          <p:nvPr/>
        </p:nvSpPr>
        <p:spPr>
          <a:xfrm>
            <a:off x="10900229" y="8186057"/>
            <a:ext cx="3091542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F23B4-EE7B-6BDA-6034-26C4427C1FAD}"/>
              </a:ext>
            </a:extLst>
          </p:cNvPr>
          <p:cNvSpPr/>
          <p:nvPr/>
        </p:nvSpPr>
        <p:spPr>
          <a:xfrm>
            <a:off x="5551714" y="413657"/>
            <a:ext cx="7162799" cy="996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18F3F9C-EAEE-0EFB-CF3B-90FF2CB2B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01949" y="2476920"/>
            <a:ext cx="17893297" cy="6217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4D8300F-5200-66CF-0EDC-B2ABD6D03E8C}"/>
              </a:ext>
            </a:extLst>
          </p:cNvPr>
          <p:cNvCxnSpPr>
            <a:cxnSpLocks/>
          </p:cNvCxnSpPr>
          <p:nvPr/>
        </p:nvCxnSpPr>
        <p:spPr>
          <a:xfrm>
            <a:off x="7329714" y="5341257"/>
            <a:ext cx="2133600" cy="12700"/>
          </a:xfrm>
          <a:prstGeom prst="bentConnector3">
            <a:avLst>
              <a:gd name="adj1" fmla="val -102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68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A7FA5-8569-A4F9-C45B-70F086CA2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CC98432D-7643-A64B-3163-85C5F848F00E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696" b="1" dirty="0" err="1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Porque</a:t>
            </a:r>
            <a:r>
              <a:rPr lang="en-US" sz="8696" b="1" dirty="0">
                <a:solidFill>
                  <a:srgbClr val="008E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mudar para AIS ?</a:t>
            </a:r>
            <a:endParaRPr lang="en-US" sz="8696" b="1" dirty="0">
              <a:latin typeface="Maven Pro Black" pitchFamily="2" charset="7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9AACE0-3DA3-189E-859E-6CE0A74E2FD8}"/>
              </a:ext>
            </a:extLst>
          </p:cNvPr>
          <p:cNvSpPr/>
          <p:nvPr/>
        </p:nvSpPr>
        <p:spPr>
          <a:xfrm>
            <a:off x="8103854" y="3103885"/>
            <a:ext cx="792991" cy="79299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1ADBEF-F9FA-B5A5-479B-A6F65DF4EF06}"/>
              </a:ext>
            </a:extLst>
          </p:cNvPr>
          <p:cNvSpPr/>
          <p:nvPr/>
        </p:nvSpPr>
        <p:spPr>
          <a:xfrm>
            <a:off x="8103854" y="4467973"/>
            <a:ext cx="792991" cy="792991"/>
          </a:xfrm>
          <a:prstGeom prst="ellipse">
            <a:avLst/>
          </a:prstGeom>
          <a:solidFill>
            <a:schemeClr val="bg1"/>
          </a:solidFill>
          <a:ln w="6350">
            <a:solidFill>
              <a:srgbClr val="008E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7F53B1-C202-43FC-4268-16E100CDE757}"/>
              </a:ext>
            </a:extLst>
          </p:cNvPr>
          <p:cNvSpPr/>
          <p:nvPr/>
        </p:nvSpPr>
        <p:spPr>
          <a:xfrm>
            <a:off x="8103854" y="5857461"/>
            <a:ext cx="792991" cy="792991"/>
          </a:xfrm>
          <a:prstGeom prst="ellipse">
            <a:avLst/>
          </a:prstGeom>
          <a:solidFill>
            <a:schemeClr val="bg1"/>
          </a:solidFill>
          <a:ln w="6350">
            <a:solidFill>
              <a:srgbClr val="008E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44CA6F-C755-0991-8656-3EB06EF04760}"/>
              </a:ext>
            </a:extLst>
          </p:cNvPr>
          <p:cNvSpPr/>
          <p:nvPr/>
        </p:nvSpPr>
        <p:spPr>
          <a:xfrm>
            <a:off x="13244073" y="4456670"/>
            <a:ext cx="792991" cy="79299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39A8E57-2430-C3D1-528D-DEA9A9350BF1}"/>
              </a:ext>
            </a:extLst>
          </p:cNvPr>
          <p:cNvSpPr/>
          <p:nvPr/>
        </p:nvSpPr>
        <p:spPr>
          <a:xfrm>
            <a:off x="13284107" y="5818528"/>
            <a:ext cx="792991" cy="79299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739C99A-0920-049D-5C21-1F85DD697880}"/>
              </a:ext>
            </a:extLst>
          </p:cNvPr>
          <p:cNvSpPr/>
          <p:nvPr/>
        </p:nvSpPr>
        <p:spPr>
          <a:xfrm>
            <a:off x="13244073" y="3103245"/>
            <a:ext cx="792991" cy="792991"/>
          </a:xfrm>
          <a:prstGeom prst="ellipse">
            <a:avLst/>
          </a:prstGeom>
          <a:solidFill>
            <a:schemeClr val="bg1"/>
          </a:solidFill>
          <a:ln w="6350">
            <a:solidFill>
              <a:srgbClr val="008E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1688F3E-644D-E147-EB1C-7D965D4C234B}"/>
              </a:ext>
            </a:extLst>
          </p:cNvPr>
          <p:cNvSpPr txBox="1">
            <a:spLocks/>
          </p:cNvSpPr>
          <p:nvPr/>
        </p:nvSpPr>
        <p:spPr>
          <a:xfrm>
            <a:off x="9096355" y="4781640"/>
            <a:ext cx="3221351" cy="264125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Cost-Effectiveness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0EAD486-A531-3366-5F28-5DDA7C6AE162}"/>
              </a:ext>
            </a:extLst>
          </p:cNvPr>
          <p:cNvSpPr txBox="1">
            <a:spLocks/>
          </p:cNvSpPr>
          <p:nvPr/>
        </p:nvSpPr>
        <p:spPr>
          <a:xfrm>
            <a:off x="9096355" y="3298829"/>
            <a:ext cx="3221351" cy="465231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Comprehensive Integration Capabilities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77646E7-8544-BFC4-8F75-333BFF5F0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55" y="6131710"/>
            <a:ext cx="3497047" cy="264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Vendor Consolidation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A30DB37-3281-74E9-D7E2-90128DBA7489}"/>
              </a:ext>
            </a:extLst>
          </p:cNvPr>
          <p:cNvSpPr txBox="1">
            <a:spLocks/>
          </p:cNvSpPr>
          <p:nvPr/>
        </p:nvSpPr>
        <p:spPr>
          <a:xfrm>
            <a:off x="14304649" y="3357014"/>
            <a:ext cx="3221351" cy="264125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Scalability and Flexibility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9486CB6-172A-CC48-D070-42F3DA0DE039}"/>
              </a:ext>
            </a:extLst>
          </p:cNvPr>
          <p:cNvSpPr txBox="1">
            <a:spLocks/>
          </p:cNvSpPr>
          <p:nvPr/>
        </p:nvSpPr>
        <p:spPr>
          <a:xfrm>
            <a:off x="14279501" y="4721102"/>
            <a:ext cx="3221351" cy="264125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 and Compliance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DE6A787-CA2F-389D-76AA-351C656F50D1}"/>
              </a:ext>
            </a:extLst>
          </p:cNvPr>
          <p:cNvSpPr txBox="1">
            <a:spLocks/>
          </p:cNvSpPr>
          <p:nvPr/>
        </p:nvSpPr>
        <p:spPr>
          <a:xfrm>
            <a:off x="14304649" y="5989637"/>
            <a:ext cx="2902844" cy="528638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Native Integration with Azure Ecosystem</a:t>
            </a:r>
          </a:p>
        </p:txBody>
      </p:sp>
      <p:pic>
        <p:nvPicPr>
          <p:cNvPr id="20" name="Picture Placeholder 16" descr="Shield Tick with solid fill">
            <a:extLst>
              <a:ext uri="{FF2B5EF4-FFF2-40B4-BE49-F238E27FC236}">
                <a16:creationId xmlns:a16="http://schemas.microsoft.com/office/drawing/2014/main" id="{E2201BAC-BDCF-447F-691A-27A5D165C2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55" b="2155"/>
          <a:stretch>
            <a:fillRect/>
          </a:stretch>
        </p:blipFill>
        <p:spPr>
          <a:xfrm>
            <a:off x="13364738" y="4595448"/>
            <a:ext cx="552450" cy="528638"/>
          </a:xfrm>
          <a:prstGeom prst="rect">
            <a:avLst/>
          </a:prstGeom>
        </p:spPr>
      </p:pic>
      <p:pic>
        <p:nvPicPr>
          <p:cNvPr id="21" name="Picture Placeholder 20" descr="Upload with solid fill">
            <a:extLst>
              <a:ext uri="{FF2B5EF4-FFF2-40B4-BE49-F238E27FC236}">
                <a16:creationId xmlns:a16="http://schemas.microsoft.com/office/drawing/2014/main" id="{EA92409E-EC80-739E-6570-51A77E646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55" b="2155"/>
          <a:stretch>
            <a:fillRect/>
          </a:stretch>
        </p:blipFill>
        <p:spPr>
          <a:xfrm>
            <a:off x="13404377" y="5950704"/>
            <a:ext cx="552450" cy="528638"/>
          </a:xfrm>
          <a:prstGeom prst="rect">
            <a:avLst/>
          </a:prstGeom>
        </p:spPr>
      </p:pic>
      <p:pic>
        <p:nvPicPr>
          <p:cNvPr id="22" name="Picture Placeholder 30" descr="Money with solid fill">
            <a:extLst>
              <a:ext uri="{FF2B5EF4-FFF2-40B4-BE49-F238E27FC236}">
                <a16:creationId xmlns:a16="http://schemas.microsoft.com/office/drawing/2014/main" id="{D113C50B-9988-252D-BA39-B7760AF51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55" b="2155"/>
          <a:stretch>
            <a:fillRect/>
          </a:stretch>
        </p:blipFill>
        <p:spPr>
          <a:xfrm>
            <a:off x="8231416" y="4588846"/>
            <a:ext cx="552450" cy="528638"/>
          </a:xfrm>
          <a:prstGeom prst="rect">
            <a:avLst/>
          </a:prstGeom>
        </p:spPr>
      </p:pic>
      <p:pic>
        <p:nvPicPr>
          <p:cNvPr id="23" name="Picture Placeholder 30" descr="Tools with solid fill">
            <a:extLst>
              <a:ext uri="{FF2B5EF4-FFF2-40B4-BE49-F238E27FC236}">
                <a16:creationId xmlns:a16="http://schemas.microsoft.com/office/drawing/2014/main" id="{3BA807DE-73DB-8B02-8260-1BDF428339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155" b="2155"/>
          <a:stretch/>
        </p:blipFill>
        <p:spPr>
          <a:xfrm>
            <a:off x="8226040" y="3235422"/>
            <a:ext cx="552450" cy="528638"/>
          </a:xfrm>
          <a:prstGeom prst="rect">
            <a:avLst/>
          </a:prstGeom>
        </p:spPr>
      </p:pic>
      <p:pic>
        <p:nvPicPr>
          <p:cNvPr id="24" name="Graphic 23" descr="Kiosk with solid fill">
            <a:extLst>
              <a:ext uri="{FF2B5EF4-FFF2-40B4-BE49-F238E27FC236}">
                <a16:creationId xmlns:a16="http://schemas.microsoft.com/office/drawing/2014/main" id="{D850B194-09CA-0187-1623-2205ECB93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6831" y="5980256"/>
            <a:ext cx="567035" cy="56703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24DE7FC-BEC0-9600-5936-390948712BDD}"/>
              </a:ext>
            </a:extLst>
          </p:cNvPr>
          <p:cNvGrpSpPr/>
          <p:nvPr/>
        </p:nvGrpSpPr>
        <p:grpSpPr>
          <a:xfrm>
            <a:off x="13364738" y="3235422"/>
            <a:ext cx="552450" cy="528638"/>
            <a:chOff x="6418263" y="1866900"/>
            <a:chExt cx="552450" cy="528638"/>
          </a:xfrm>
          <a:solidFill>
            <a:srgbClr val="008EFF"/>
          </a:solidFill>
        </p:grpSpPr>
        <p:pic>
          <p:nvPicPr>
            <p:cNvPr id="26" name="Picture Placeholder 9" descr="Maximize with solid fill">
              <a:extLst>
                <a:ext uri="{FF2B5EF4-FFF2-40B4-BE49-F238E27FC236}">
                  <a16:creationId xmlns:a16="http://schemas.microsoft.com/office/drawing/2014/main" id="{4953C53C-B826-939C-A9B1-20DDF59617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2155" b="2155"/>
            <a:stretch>
              <a:fillRect/>
            </a:stretch>
          </p:blipFill>
          <p:spPr>
            <a:xfrm>
              <a:off x="6418263" y="1866900"/>
              <a:ext cx="552450" cy="528638"/>
            </a:xfrm>
            <a:prstGeom prst="rect">
              <a:avLst/>
            </a:prstGeom>
          </p:spPr>
        </p:pic>
        <p:sp>
          <p:nvSpPr>
            <p:cNvPr id="27" name="Half Frame 26">
              <a:extLst>
                <a:ext uri="{FF2B5EF4-FFF2-40B4-BE49-F238E27FC236}">
                  <a16:creationId xmlns:a16="http://schemas.microsoft.com/office/drawing/2014/main" id="{9B04B99D-61D1-05A2-C421-7BCF9BA1FDF7}"/>
                </a:ext>
              </a:extLst>
            </p:cNvPr>
            <p:cNvSpPr/>
            <p:nvPr/>
          </p:nvSpPr>
          <p:spPr>
            <a:xfrm rot="10800000">
              <a:off x="6555874" y="2055726"/>
              <a:ext cx="356509" cy="264124"/>
            </a:xfrm>
            <a:prstGeom prst="halfFrame">
              <a:avLst>
                <a:gd name="adj1" fmla="val 12675"/>
                <a:gd name="adj2" fmla="val 12674"/>
              </a:avLst>
            </a:prstGeom>
            <a:grpFill/>
            <a:ln>
              <a:solidFill>
                <a:srgbClr val="008E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Half Frame 27">
              <a:extLst>
                <a:ext uri="{FF2B5EF4-FFF2-40B4-BE49-F238E27FC236}">
                  <a16:creationId xmlns:a16="http://schemas.microsoft.com/office/drawing/2014/main" id="{6CF2869A-824C-EC68-6EA2-43B2A737C125}"/>
                </a:ext>
              </a:extLst>
            </p:cNvPr>
            <p:cNvSpPr/>
            <p:nvPr/>
          </p:nvSpPr>
          <p:spPr>
            <a:xfrm>
              <a:off x="6503172" y="1945149"/>
              <a:ext cx="324304" cy="264124"/>
            </a:xfrm>
            <a:prstGeom prst="halfFrame">
              <a:avLst>
                <a:gd name="adj1" fmla="val 12675"/>
                <a:gd name="adj2" fmla="val 12674"/>
              </a:avLst>
            </a:prstGeom>
            <a:grpFill/>
            <a:ln>
              <a:solidFill>
                <a:srgbClr val="008E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6089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955548" y="0"/>
            <a:ext cx="9332452" cy="10287000"/>
          </a:xfrm>
          <a:prstGeom prst="rect">
            <a:avLst/>
          </a:prstGeom>
        </p:spPr>
      </p:pic>
      <p:sp>
        <p:nvSpPr>
          <p:cNvPr id="6" name="Tecnologia com propsito pessoas em movimento"/>
          <p:cNvSpPr/>
          <p:nvPr/>
        </p:nvSpPr>
        <p:spPr>
          <a:xfrm>
            <a:off x="1257300" y="3524250"/>
            <a:ext cx="8763000" cy="345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65" b="1" i="0" u="none" strike="noStrike" kern="1200" cap="none" spc="0" normalizeH="0" baseline="0" noProof="0" dirty="0">
                <a:ln>
                  <a:noFill/>
                </a:ln>
                <a:solidFill>
                  <a:srgbClr val="364459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Do </a:t>
            </a:r>
            <a:r>
              <a:rPr kumimoji="0" lang="en-US" sz="7565" b="1" i="0" u="none" strike="noStrike" kern="1200" cap="none" spc="0" normalizeH="0" baseline="0" noProof="0" dirty="0" err="1">
                <a:ln>
                  <a:noFill/>
                </a:ln>
                <a:solidFill>
                  <a:srgbClr val="364459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r>
              <a:rPr kumimoji="0" lang="en-US" sz="7565" b="1" i="0" u="none" strike="noStrike" kern="1200" cap="none" spc="0" normalizeH="0" baseline="0" noProof="0" dirty="0">
                <a:ln>
                  <a:noFill/>
                </a:ln>
                <a:solidFill>
                  <a:srgbClr val="364459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7565" b="1" i="0" u="none" strike="noStrike" kern="1200" cap="none" spc="0" normalizeH="0" baseline="0" noProof="0" dirty="0" err="1">
                <a:ln>
                  <a:noFill/>
                </a:ln>
                <a:solidFill>
                  <a:srgbClr val="364459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ao</a:t>
            </a:r>
            <a:r>
              <a:rPr kumimoji="0" lang="en-US" sz="7565" b="1" i="0" u="none" strike="noStrike" kern="1200" cap="none" spc="0" normalizeH="0" baseline="0" noProof="0" dirty="0">
                <a:ln>
                  <a:noFill/>
                </a:ln>
                <a:solidFill>
                  <a:srgbClr val="364459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7565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Event Driven </a:t>
            </a:r>
            <a:r>
              <a:rPr kumimoji="0" lang="en-US" sz="7565" b="1" i="0" u="none" strike="noStrike" kern="1200" cap="none" spc="0" normalizeH="0" baseline="0" noProof="0" dirty="0">
                <a:ln>
                  <a:noFill/>
                </a:ln>
                <a:solidFill>
                  <a:srgbClr val="364459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com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64459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Azure Integration Services</a:t>
            </a:r>
            <a:endParaRPr kumimoji="0" lang="en-US" sz="7565" b="1" i="0" u="none" strike="noStrike" kern="1200" cap="none" spc="0" normalizeH="0" baseline="0" noProof="0" dirty="0">
              <a:ln>
                <a:noFill/>
              </a:ln>
              <a:solidFill>
                <a:srgbClr val="364459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7" name="Ano de 2025"/>
          <p:cNvSpPr/>
          <p:nvPr/>
        </p:nvSpPr>
        <p:spPr>
          <a:xfrm>
            <a:off x="1257300" y="8343900"/>
            <a:ext cx="237454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6" b="0" i="0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Lucas Massena</a:t>
            </a:r>
            <a:endParaRPr kumimoji="0" lang="en-US" sz="260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atomvpconfcombr"/>
          <p:cNvSpPr/>
          <p:nvPr/>
        </p:nvSpPr>
        <p:spPr>
          <a:xfrm>
            <a:off x="3848100" y="8343900"/>
            <a:ext cx="42460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6" b="0" i="0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lucas@massena.com.br</a:t>
            </a:r>
            <a:endParaRPr kumimoji="0" lang="en-US" sz="260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6A11F-63DC-492E-EB5C-664FB0F776A1}"/>
              </a:ext>
            </a:extLst>
          </p:cNvPr>
          <p:cNvGrpSpPr/>
          <p:nvPr/>
        </p:nvGrpSpPr>
        <p:grpSpPr>
          <a:xfrm>
            <a:off x="1257300" y="9010650"/>
            <a:ext cx="2943225" cy="647700"/>
            <a:chOff x="4081462" y="8839200"/>
            <a:chExt cx="2943225" cy="647700"/>
          </a:xfrm>
        </p:grpSpPr>
        <p:pic>
          <p:nvPicPr>
            <p:cNvPr id="10" name="Frame 8" descr="preencoded.png">
              <a:extLst>
                <a:ext uri="{FF2B5EF4-FFF2-40B4-BE49-F238E27FC236}">
                  <a16:creationId xmlns:a16="http://schemas.microsoft.com/office/drawing/2014/main" id="{3DDFAC61-DA3B-83AE-EA01-A475FD7711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081462" y="8839200"/>
              <a:ext cx="2943225" cy="647700"/>
            </a:xfrm>
            <a:prstGeom prst="rect">
              <a:avLst/>
            </a:prstGeom>
          </p:spPr>
        </p:pic>
        <p:sp>
          <p:nvSpPr>
            <p:cNvPr id="11" name="mvpconf">
              <a:extLst>
                <a:ext uri="{FF2B5EF4-FFF2-40B4-BE49-F238E27FC236}">
                  <a16:creationId xmlns:a16="http://schemas.microsoft.com/office/drawing/2014/main" id="{67B347DC-099F-3B8C-7E6C-AFD89EF299AD}"/>
                </a:ext>
              </a:extLst>
            </p:cNvPr>
            <p:cNvSpPr/>
            <p:nvPr/>
          </p:nvSpPr>
          <p:spPr>
            <a:xfrm>
              <a:off x="5357812" y="8991600"/>
              <a:ext cx="166687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ven Pro Regular" pitchFamily="34" charset="0"/>
                  <a:ea typeface="Maven Pro Regular" pitchFamily="34" charset="-122"/>
                  <a:cs typeface="Maven Pro Regular" pitchFamily="34" charset="-120"/>
                </a:rPr>
                <a:t> / @lcmassena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" name="Group 3">
            <a:extLst>
              <a:ext uri="{FF2B5EF4-FFF2-40B4-BE49-F238E27FC236}">
                <a16:creationId xmlns:a16="http://schemas.microsoft.com/office/drawing/2014/main" id="{9F1B575C-1E72-4124-B00E-24A5F2E1AE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4133" y="428625"/>
            <a:ext cx="9858375" cy="9858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26522-2787-0B4B-ABA4-37AC0F76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F31F1E8F-5765-D801-02CC-18E63BC416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7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5DA1AB84-51AD-A7A7-AFDE-4479E849B2CB}"/>
              </a:ext>
            </a:extLst>
          </p:cNvPr>
          <p:cNvSpPr/>
          <p:nvPr/>
        </p:nvSpPr>
        <p:spPr>
          <a:xfrm>
            <a:off x="762000" y="6915241"/>
            <a:ext cx="7467600" cy="319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Tx/>
              <a:buNone/>
              <a:tabLst/>
              <a:defRPr/>
            </a:pPr>
            <a:endParaRPr kumimoji="0" lang="en-US" sz="2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  <p:pic>
        <p:nvPicPr>
          <p:cNvPr id="13" name="Picture 2" descr="Benefits of Microservices Architecture- How Enterprises benefit from  Microservices Architecture | Sogeti Labs">
            <a:extLst>
              <a:ext uri="{FF2B5EF4-FFF2-40B4-BE49-F238E27FC236}">
                <a16:creationId xmlns:a16="http://schemas.microsoft.com/office/drawing/2014/main" id="{C7698B93-AB76-AC89-87F2-94978902E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097" y="2471637"/>
            <a:ext cx="10559402" cy="594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C7E3BE41-E47C-CD18-024C-F4BCAE418B24}"/>
              </a:ext>
            </a:extLst>
          </p:cNvPr>
          <p:cNvSpPr/>
          <p:nvPr/>
        </p:nvSpPr>
        <p:spPr>
          <a:xfrm>
            <a:off x="761999" y="3012893"/>
            <a:ext cx="7281333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1667"/>
              </a:lnSpc>
              <a:spcBef>
                <a:spcPts val="0"/>
              </a:spcBef>
              <a:spcAft>
                <a:spcPts val="1100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 peso do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endParaRPr kumimoji="0" lang="en-US" sz="11927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282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/>
          <p:cNvSpPr/>
          <p:nvPr/>
        </p:nvSpPr>
        <p:spPr>
          <a:xfrm>
            <a:off x="761999" y="3012893"/>
            <a:ext cx="15135226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1667"/>
              </a:lnSpc>
              <a:spcBef>
                <a:spcPts val="0"/>
              </a:spcBef>
              <a:spcAft>
                <a:spcPts val="1100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Ensinando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o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a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falar</a:t>
            </a:r>
            <a:endParaRPr kumimoji="0" lang="en-US" sz="11927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4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A1B0CAD7-3808-C130-63D9-19D717C0B1FB}"/>
              </a:ext>
            </a:extLst>
          </p:cNvPr>
          <p:cNvSpPr/>
          <p:nvPr/>
        </p:nvSpPr>
        <p:spPr>
          <a:xfrm>
            <a:off x="9763126" y="4378853"/>
            <a:ext cx="7467600" cy="453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39DA8-8085-C398-7BAB-2B9D39EA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">
            <a:extLst>
              <a:ext uri="{FF2B5EF4-FFF2-40B4-BE49-F238E27FC236}">
                <a16:creationId xmlns:a16="http://schemas.microsoft.com/office/drawing/2014/main" id="{31EAC0BA-94FD-9280-DF10-EB64D8237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35094" y="3764247"/>
            <a:ext cx="9790906" cy="4356951"/>
          </a:xfrm>
          <a:prstGeom prst="rect">
            <a:avLst/>
          </a:prstGeom>
        </p:spPr>
      </p:pic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A278E8C8-6BD1-2587-291B-E939A621A226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CBB67848-8988-5331-95FF-E6D01F584CEA}"/>
              </a:ext>
            </a:extLst>
          </p:cNvPr>
          <p:cNvSpPr/>
          <p:nvPr/>
        </p:nvSpPr>
        <p:spPr>
          <a:xfrm>
            <a:off x="762000" y="594272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Processos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lineares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,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encadeados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acoplados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a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sistemas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serviços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595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55D8E-E841-6FEF-1A71-382B9988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5CEA0A62-29E1-AFB1-F77A-9355C5752B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0F5A7E99-C0EE-9D82-4955-1A22DEC2131E}"/>
              </a:ext>
            </a:extLst>
          </p:cNvPr>
          <p:cNvSpPr/>
          <p:nvPr/>
        </p:nvSpPr>
        <p:spPr>
          <a:xfrm>
            <a:off x="761999" y="3012893"/>
            <a:ext cx="7281333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1667"/>
              </a:lnSpc>
              <a:spcBef>
                <a:spcPts val="0"/>
              </a:spcBef>
              <a:spcAft>
                <a:spcPts val="1100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+mn-ea"/>
                <a:cs typeface="Maven Pro Regular" pitchFamily="34" charset="-120"/>
              </a:rPr>
              <a:t>De workflows a </a:t>
            </a: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+mn-ea"/>
                <a:cs typeface="Maven Pro Regular" pitchFamily="34" charset="-120"/>
              </a:rPr>
              <a:t>eventos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4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0999F149-2D92-711A-1285-D96C9E1092AE}"/>
              </a:ext>
            </a:extLst>
          </p:cNvPr>
          <p:cNvSpPr/>
          <p:nvPr/>
        </p:nvSpPr>
        <p:spPr>
          <a:xfrm>
            <a:off x="9763126" y="4378854"/>
            <a:ext cx="7467600" cy="319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O primeiro passo é fazer o legado contar o que ele faz — ainda que ninguém esteja ouvindo.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015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80119-A659-43A5-BBEF-01CFF589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5CA10CE5-A9E4-A68A-AE16-3E98DF8AA4AF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Event driven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ADFF6F9C-2D71-02B0-58F2-5EA59D6F4E90}"/>
              </a:ext>
            </a:extLst>
          </p:cNvPr>
          <p:cNvSpPr/>
          <p:nvPr/>
        </p:nvSpPr>
        <p:spPr>
          <a:xfrm>
            <a:off x="762000" y="594272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Sistemas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reativos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à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eventos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,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em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tempo real,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desacoplados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,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independentes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escaláveis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117AC5-C9FE-3F57-4E16-4F9D10954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2048329"/>
            <a:ext cx="7591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4F6212-E19A-1A43-F922-5CB3E67C811F}"/>
              </a:ext>
            </a:extLst>
          </p:cNvPr>
          <p:cNvSpPr/>
          <p:nvPr/>
        </p:nvSpPr>
        <p:spPr>
          <a:xfrm>
            <a:off x="10290629" y="2048329"/>
            <a:ext cx="5442857" cy="76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B53751-E9DC-86FA-7AD6-EAFBF2B2D821}"/>
              </a:ext>
            </a:extLst>
          </p:cNvPr>
          <p:cNvSpPr/>
          <p:nvPr/>
        </p:nvSpPr>
        <p:spPr>
          <a:xfrm>
            <a:off x="14231258" y="8215087"/>
            <a:ext cx="2534709" cy="76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62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47C44-A8AE-9472-604E-6C863AFD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15C152-A117-329F-D90C-E7B11B296E1A}"/>
              </a:ext>
            </a:extLst>
          </p:cNvPr>
          <p:cNvCxnSpPr>
            <a:cxnSpLocks/>
          </p:cNvCxnSpPr>
          <p:nvPr/>
        </p:nvCxnSpPr>
        <p:spPr>
          <a:xfrm flipV="1">
            <a:off x="7068527" y="3933699"/>
            <a:ext cx="3276000" cy="1045852"/>
          </a:xfrm>
          <a:prstGeom prst="line">
            <a:avLst/>
          </a:prstGeom>
          <a:ln w="47625" cap="rnd">
            <a:solidFill>
              <a:srgbClr val="327A8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7D4497-84DE-318F-AD92-28FFAE90FD10}"/>
              </a:ext>
            </a:extLst>
          </p:cNvPr>
          <p:cNvCxnSpPr>
            <a:cxnSpLocks/>
          </p:cNvCxnSpPr>
          <p:nvPr/>
        </p:nvCxnSpPr>
        <p:spPr>
          <a:xfrm>
            <a:off x="7068527" y="5512333"/>
            <a:ext cx="3276000" cy="0"/>
          </a:xfrm>
          <a:prstGeom prst="line">
            <a:avLst/>
          </a:prstGeom>
          <a:ln w="47625" cap="rnd">
            <a:solidFill>
              <a:srgbClr val="327A8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DF7FE3-2777-FFFE-C32C-3E91F9B7F829}"/>
              </a:ext>
            </a:extLst>
          </p:cNvPr>
          <p:cNvCxnSpPr>
            <a:cxnSpLocks/>
          </p:cNvCxnSpPr>
          <p:nvPr/>
        </p:nvCxnSpPr>
        <p:spPr>
          <a:xfrm>
            <a:off x="7068527" y="6045116"/>
            <a:ext cx="3276000" cy="1045851"/>
          </a:xfrm>
          <a:prstGeom prst="line">
            <a:avLst/>
          </a:prstGeom>
          <a:ln w="47625" cap="rnd">
            <a:solidFill>
              <a:srgbClr val="327A8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52CA3C73-9A9A-262F-50A6-DF1E404C7DD5}"/>
              </a:ext>
            </a:extLst>
          </p:cNvPr>
          <p:cNvSpPr/>
          <p:nvPr/>
        </p:nvSpPr>
        <p:spPr>
          <a:xfrm>
            <a:off x="10475002" y="3506555"/>
            <a:ext cx="1620328" cy="731230"/>
          </a:xfrm>
          <a:prstGeom prst="roundRect">
            <a:avLst/>
          </a:prstGeom>
          <a:solidFill>
            <a:srgbClr val="008E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Marketing</a:t>
            </a:r>
          </a:p>
        </p:txBody>
      </p:sp>
      <p:sp>
        <p:nvSpPr>
          <p:cNvPr id="12" name="Rounded Rectangle 22">
            <a:extLst>
              <a:ext uri="{FF2B5EF4-FFF2-40B4-BE49-F238E27FC236}">
                <a16:creationId xmlns:a16="http://schemas.microsoft.com/office/drawing/2014/main" id="{17BE1748-AC26-89F4-6E70-0A5186456091}"/>
              </a:ext>
            </a:extLst>
          </p:cNvPr>
          <p:cNvSpPr/>
          <p:nvPr/>
        </p:nvSpPr>
        <p:spPr>
          <a:xfrm>
            <a:off x="10475002" y="5111068"/>
            <a:ext cx="1620328" cy="731230"/>
          </a:xfrm>
          <a:prstGeom prst="roundRect">
            <a:avLst/>
          </a:prstGeom>
          <a:solidFill>
            <a:srgbClr val="008E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Commercial</a:t>
            </a:r>
          </a:p>
        </p:txBody>
      </p:sp>
      <p:sp>
        <p:nvSpPr>
          <p:cNvPr id="13" name="Rounded Rectangle 23">
            <a:extLst>
              <a:ext uri="{FF2B5EF4-FFF2-40B4-BE49-F238E27FC236}">
                <a16:creationId xmlns:a16="http://schemas.microsoft.com/office/drawing/2014/main" id="{174146A6-4ABE-D4C5-8366-C5D6E8464A5B}"/>
              </a:ext>
            </a:extLst>
          </p:cNvPr>
          <p:cNvSpPr/>
          <p:nvPr/>
        </p:nvSpPr>
        <p:spPr>
          <a:xfrm>
            <a:off x="10475002" y="6698328"/>
            <a:ext cx="1620328" cy="731230"/>
          </a:xfrm>
          <a:prstGeom prst="roundRect">
            <a:avLst/>
          </a:prstGeom>
          <a:solidFill>
            <a:srgbClr val="008E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IT</a:t>
            </a:r>
          </a:p>
        </p:txBody>
      </p:sp>
      <p:sp>
        <p:nvSpPr>
          <p:cNvPr id="14" name="Rounded Rectangular Callout 25">
            <a:extLst>
              <a:ext uri="{FF2B5EF4-FFF2-40B4-BE49-F238E27FC236}">
                <a16:creationId xmlns:a16="http://schemas.microsoft.com/office/drawing/2014/main" id="{528B7DC1-D98C-A781-30E3-34AEB558CA89}"/>
              </a:ext>
            </a:extLst>
          </p:cNvPr>
          <p:cNvSpPr/>
          <p:nvPr/>
        </p:nvSpPr>
        <p:spPr>
          <a:xfrm>
            <a:off x="12320296" y="2865942"/>
            <a:ext cx="2194266" cy="914400"/>
          </a:xfrm>
          <a:prstGeom prst="wedgeRoundRectCallout">
            <a:avLst>
              <a:gd name="adj1" fmla="val -40967"/>
              <a:gd name="adj2" fmla="val 72354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Ok,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vamos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mandar um email!</a:t>
            </a:r>
          </a:p>
        </p:txBody>
      </p:sp>
      <p:sp>
        <p:nvSpPr>
          <p:cNvPr id="15" name="Rounded Rectangular Callout 26">
            <a:extLst>
              <a:ext uri="{FF2B5EF4-FFF2-40B4-BE49-F238E27FC236}">
                <a16:creationId xmlns:a16="http://schemas.microsoft.com/office/drawing/2014/main" id="{1E7867FD-9229-C855-7FCE-C2C8372F9ECE}"/>
              </a:ext>
            </a:extLst>
          </p:cNvPr>
          <p:cNvSpPr/>
          <p:nvPr/>
        </p:nvSpPr>
        <p:spPr>
          <a:xfrm>
            <a:off x="12320296" y="4393513"/>
            <a:ext cx="2194266" cy="914400"/>
          </a:xfrm>
          <a:prstGeom prst="wedgeRoundRectCallout">
            <a:avLst>
              <a:gd name="adj1" fmla="val -40967"/>
              <a:gd name="adj2" fmla="val 72354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Vamos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enviar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um upsell para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6" name="Rounded Rectangular Callout 27">
            <a:extLst>
              <a:ext uri="{FF2B5EF4-FFF2-40B4-BE49-F238E27FC236}">
                <a16:creationId xmlns:a16="http://schemas.microsoft.com/office/drawing/2014/main" id="{0D40B7AE-2C00-18B8-87D9-F8E2D187AF6F}"/>
              </a:ext>
            </a:extLst>
          </p:cNvPr>
          <p:cNvSpPr/>
          <p:nvPr/>
        </p:nvSpPr>
        <p:spPr>
          <a:xfrm>
            <a:off x="12320296" y="6134998"/>
            <a:ext cx="2194266" cy="914400"/>
          </a:xfrm>
          <a:prstGeom prst="wedgeRoundRectCallout">
            <a:avLst>
              <a:gd name="adj1" fmla="val -40967"/>
              <a:gd name="adj2" fmla="val 72354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Vamos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providenciar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credenciais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EA0EBD-C8E6-9E73-5C8C-F38AC60CF8E5}"/>
              </a:ext>
            </a:extLst>
          </p:cNvPr>
          <p:cNvGrpSpPr/>
          <p:nvPr/>
        </p:nvGrpSpPr>
        <p:grpSpPr>
          <a:xfrm>
            <a:off x="3913375" y="4207265"/>
            <a:ext cx="2800312" cy="2201295"/>
            <a:chOff x="647660" y="2705579"/>
            <a:chExt cx="2800312" cy="2201295"/>
          </a:xfrm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6AAE441A-ED5F-B2FC-6E15-F8A83069DBEF}"/>
                </a:ext>
              </a:extLst>
            </p:cNvPr>
            <p:cNvSpPr/>
            <p:nvPr/>
          </p:nvSpPr>
          <p:spPr>
            <a:xfrm>
              <a:off x="647660" y="2705579"/>
              <a:ext cx="2800312" cy="2201295"/>
            </a:xfrm>
            <a:prstGeom prst="wedgeEllipseCallout">
              <a:avLst>
                <a:gd name="adj1" fmla="val -49554"/>
                <a:gd name="adj2" fmla="val 565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8EFF"/>
                  </a:solidFill>
                  <a:effectLst/>
                  <a:uLnTx/>
                  <a:uFillTx/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Novo 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8EFF"/>
                  </a:solidFill>
                  <a:effectLst/>
                  <a:uLnTx/>
                  <a:uFillTx/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usuário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8EFF"/>
                  </a:solidFill>
                  <a:effectLst/>
                  <a:uLnTx/>
                  <a:uFillTx/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 se 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8EFF"/>
                  </a:solidFill>
                  <a:effectLst/>
                  <a:uLnTx/>
                  <a:uFillTx/>
                  <a:latin typeface="Open Sans SemiBold" panose="020B0606030504020204" pitchFamily="34" charset="0"/>
                  <a:ea typeface="Open Sans SemiBold" panose="020B0606030504020204" pitchFamily="34" charset="0"/>
                  <a:cs typeface="Open Sans SemiBold" panose="020B0606030504020204" pitchFamily="34" charset="0"/>
                </a:rPr>
                <a:t>cadastrou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endParaRPr>
            </a:p>
          </p:txBody>
        </p:sp>
        <p:pic>
          <p:nvPicPr>
            <p:cNvPr id="19" name="Graphic 18" descr="Megaphone with solid fill">
              <a:extLst>
                <a:ext uri="{FF2B5EF4-FFF2-40B4-BE49-F238E27FC236}">
                  <a16:creationId xmlns:a16="http://schemas.microsoft.com/office/drawing/2014/main" id="{39D23052-9009-0F0D-679C-B1B4EE7081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35524" y="2922718"/>
              <a:ext cx="774691" cy="774691"/>
            </a:xfrm>
            <a:prstGeom prst="rect">
              <a:avLst/>
            </a:prstGeom>
            <a:effectLst>
              <a:outerShdw blurRad="63500" dist="38100" dir="2700000" algn="tl" rotWithShape="0">
                <a:prstClr val="black">
                  <a:alpha val="54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16216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AC5ED-4BAB-A54C-DB47-13B8C12F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0C50908D-A72F-11BD-21BE-064CF2CB06A5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Fazendo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o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falar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7CBC9100-9097-4015-7F26-60087A58BF7A}"/>
              </a:ext>
            </a:extLst>
          </p:cNvPr>
          <p:cNvSpPr/>
          <p:nvPr/>
        </p:nvSpPr>
        <p:spPr>
          <a:xfrm>
            <a:off x="762000" y="594272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Adicionar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um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componente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de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publicação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dentro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do Código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legado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146AB8-08BD-F439-9C68-25C58A86D82D}"/>
              </a:ext>
            </a:extLst>
          </p:cNvPr>
          <p:cNvSpPr/>
          <p:nvPr/>
        </p:nvSpPr>
        <p:spPr>
          <a:xfrm>
            <a:off x="10290629" y="2048329"/>
            <a:ext cx="5442857" cy="76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DAE228-9A93-C2D7-4AD5-BB04C5314B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23530" y="2638614"/>
            <a:ext cx="5709956" cy="605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3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0E78C-FBE8-72E8-BCDC-B35465C9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72AB3DC3-F38B-C7BA-8928-E40B241F9AEB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Fazendo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o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falar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4CF81626-7464-10BC-F465-3AB5551AD066}"/>
              </a:ext>
            </a:extLst>
          </p:cNvPr>
          <p:cNvSpPr/>
          <p:nvPr/>
        </p:nvSpPr>
        <p:spPr>
          <a:xfrm>
            <a:off x="762000" y="594272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Usar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adaptadores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ou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middlewares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leves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para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interceptar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logs, hooks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ou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triggers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3C9A77-CCF0-92EE-7FD2-5A7CAA39FCDB}"/>
              </a:ext>
            </a:extLst>
          </p:cNvPr>
          <p:cNvSpPr/>
          <p:nvPr/>
        </p:nvSpPr>
        <p:spPr>
          <a:xfrm>
            <a:off x="10290629" y="2048329"/>
            <a:ext cx="5442857" cy="76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3FACB6-8C4D-DFD7-8915-239A0FD5CC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23530" y="2638614"/>
            <a:ext cx="5709956" cy="605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76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DCEA9-BCFD-3B0C-7397-53AF77B1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552FDE92-D469-3158-A910-D95BC60C4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797D69AE-DB23-04A6-272E-E184B7C8C6FB}"/>
              </a:ext>
            </a:extLst>
          </p:cNvPr>
          <p:cNvSpPr/>
          <p:nvPr/>
        </p:nvSpPr>
        <p:spPr>
          <a:xfrm>
            <a:off x="761999" y="3012893"/>
            <a:ext cx="15135226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1667"/>
              </a:lnSpc>
              <a:spcBef>
                <a:spcPts val="0"/>
              </a:spcBef>
              <a:spcAft>
                <a:spcPts val="1100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Quando o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não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pode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falar</a:t>
            </a:r>
            <a:endParaRPr kumimoji="0" lang="en-US" sz="11927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4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7AB0BFF6-C41D-8B73-7D87-20B0ACACCEEA}"/>
              </a:ext>
            </a:extLst>
          </p:cNvPr>
          <p:cNvSpPr/>
          <p:nvPr/>
        </p:nvSpPr>
        <p:spPr>
          <a:xfrm>
            <a:off x="9763126" y="4378853"/>
            <a:ext cx="7467600" cy="453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  <p:sp>
        <p:nvSpPr>
          <p:cNvPr id="7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53748509-0853-77F7-4914-5B8B3AE5F76D}"/>
              </a:ext>
            </a:extLst>
          </p:cNvPr>
          <p:cNvSpPr/>
          <p:nvPr/>
        </p:nvSpPr>
        <p:spPr>
          <a:xfrm>
            <a:off x="822434" y="6895996"/>
            <a:ext cx="8321566" cy="271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Extraindo o passado em forma de eventos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6560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AE6B-FE6A-73E9-43AC-BF01AD99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DED049D7-ED68-5212-FF7F-FCDFB7F894F8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Quando o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não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pode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falar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695F231B-631E-6E17-20A2-E69943EDF545}"/>
              </a:ext>
            </a:extLst>
          </p:cNvPr>
          <p:cNvSpPr/>
          <p:nvPr/>
        </p:nvSpPr>
        <p:spPr>
          <a:xfrm>
            <a:off x="762000" y="6985333"/>
            <a:ext cx="642707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Crie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jobs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ou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functions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que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consultam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a base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periodicamente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publique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eventos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6D11B-7997-7F70-4D42-ED5CCC962C88}"/>
              </a:ext>
            </a:extLst>
          </p:cNvPr>
          <p:cNvSpPr/>
          <p:nvPr/>
        </p:nvSpPr>
        <p:spPr>
          <a:xfrm>
            <a:off x="10290629" y="2048329"/>
            <a:ext cx="5442857" cy="76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EC773-BC97-19D3-DD89-C2B390BFC5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1948" y="2638613"/>
            <a:ext cx="5653118" cy="605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75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CD81-A10C-E895-9825-99F466D2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A0D65F96-A4E8-8E54-7D2B-C62090E21400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Quando o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legado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não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pode</a:t>
            </a: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falar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ABC8BBB5-998B-19C2-E571-E34DB71A1BEB}"/>
              </a:ext>
            </a:extLst>
          </p:cNvPr>
          <p:cNvSpPr/>
          <p:nvPr/>
        </p:nvSpPr>
        <p:spPr>
          <a:xfrm>
            <a:off x="762000" y="698533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Usar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triggers/functions do SQL para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publicar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eventos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+mn-cs"/>
              </a:rPr>
              <a:t> no Service Bus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B0619-4B09-170C-6A64-AF30D6292AC4}"/>
              </a:ext>
            </a:extLst>
          </p:cNvPr>
          <p:cNvSpPr/>
          <p:nvPr/>
        </p:nvSpPr>
        <p:spPr>
          <a:xfrm>
            <a:off x="10290629" y="2048329"/>
            <a:ext cx="5442857" cy="76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ABC3C-5DB5-3D2B-DDC6-DA0E44E52A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23530" y="2638613"/>
            <a:ext cx="5709956" cy="6056433"/>
          </a:xfrm>
          <a:prstGeom prst="rect">
            <a:avLst/>
          </a:prstGeom>
        </p:spPr>
      </p:pic>
      <p:pic>
        <p:nvPicPr>
          <p:cNvPr id="12" name="Graphic 11" descr="Warning with solid fill">
            <a:extLst>
              <a:ext uri="{FF2B5EF4-FFF2-40B4-BE49-F238E27FC236}">
                <a16:creationId xmlns:a16="http://schemas.microsoft.com/office/drawing/2014/main" id="{9956ECEB-697F-B7A0-931E-AAF0E9BFD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8327" y="5857253"/>
            <a:ext cx="2837793" cy="283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9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1903D-257E-E127-4F4C-DD650E70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C49AA97B-C9F4-96F8-02B9-7AF20AB09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4D3874E2-42E9-97B5-B142-83EB25E9BAC9}"/>
              </a:ext>
            </a:extLst>
          </p:cNvPr>
          <p:cNvSpPr/>
          <p:nvPr/>
        </p:nvSpPr>
        <p:spPr>
          <a:xfrm>
            <a:off x="761999" y="3012893"/>
            <a:ext cx="15135226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1667"/>
              </a:lnSpc>
              <a:spcBef>
                <a:spcPts val="0"/>
              </a:spcBef>
              <a:spcAft>
                <a:spcPts val="1100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Monitoramento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com Azure Monitor</a:t>
            </a:r>
            <a:endParaRPr kumimoji="0" lang="en-US" sz="11927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4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FFCA8B5F-4580-A5FF-54BF-A0F60262248C}"/>
              </a:ext>
            </a:extLst>
          </p:cNvPr>
          <p:cNvSpPr/>
          <p:nvPr/>
        </p:nvSpPr>
        <p:spPr>
          <a:xfrm>
            <a:off x="9763126" y="4378853"/>
            <a:ext cx="7467600" cy="453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  <p:sp>
        <p:nvSpPr>
          <p:cNvPr id="7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F78E5193-A1BF-1AF5-E00C-3C6E62C9D6B7}"/>
              </a:ext>
            </a:extLst>
          </p:cNvPr>
          <p:cNvSpPr/>
          <p:nvPr/>
        </p:nvSpPr>
        <p:spPr>
          <a:xfrm>
            <a:off x="822434" y="6895996"/>
            <a:ext cx="9567042" cy="271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Não existe arquitetura reativa sem observabilidade. 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Cada evento precisa deixar rastros.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414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4A05-1FC7-F66E-739A-E1E26DBF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rame 1" descr="preencoded.png">
            <a:extLst>
              <a:ext uri="{FF2B5EF4-FFF2-40B4-BE49-F238E27FC236}">
                <a16:creationId xmlns:a16="http://schemas.microsoft.com/office/drawing/2014/main" id="{13B11999-24AC-8774-3DD4-A5BB8E6AAD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92425" y="762000"/>
            <a:ext cx="1933575" cy="647700"/>
          </a:xfrm>
          <a:prstGeom prst="rect">
            <a:avLst/>
          </a:prstGeom>
        </p:spPr>
      </p:pic>
      <p:pic>
        <p:nvPicPr>
          <p:cNvPr id="6" name="image">
            <a:extLst>
              <a:ext uri="{FF2B5EF4-FFF2-40B4-BE49-F238E27FC236}">
                <a16:creationId xmlns:a16="http://schemas.microsoft.com/office/drawing/2014/main" id="{FC4105B6-F61F-8075-C567-C8FDCFC33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07780" y="438925"/>
            <a:ext cx="10016194" cy="9409150"/>
          </a:xfrm>
          <a:prstGeom prst="rect">
            <a:avLst/>
          </a:prstGeom>
        </p:spPr>
      </p:pic>
      <p:sp>
        <p:nvSpPr>
          <p:cNvPr id="9" name="Edio 2025">
            <a:extLst>
              <a:ext uri="{FF2B5EF4-FFF2-40B4-BE49-F238E27FC236}">
                <a16:creationId xmlns:a16="http://schemas.microsoft.com/office/drawing/2014/main" id="{27D17A98-3C18-9FDF-E6BB-3BD1647A782B}"/>
              </a:ext>
            </a:extLst>
          </p:cNvPr>
          <p:cNvSpPr/>
          <p:nvPr/>
        </p:nvSpPr>
        <p:spPr>
          <a:xfrm>
            <a:off x="15897225" y="914400"/>
            <a:ext cx="1343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Medium" pitchFamily="34" charset="0"/>
                <a:ea typeface="Maven Pro Medium" pitchFamily="34" charset="-122"/>
                <a:cs typeface="Maven Pro Medium" pitchFamily="34" charset="-120"/>
              </a:rPr>
              <a:t>Edição 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98C944B8-11A7-9AD4-95C4-D7726783C09B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Log </a:t>
            </a: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centralizado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3E9C1CA6-884E-0FC3-9CE7-1C6D0F581036}"/>
              </a:ext>
            </a:extLst>
          </p:cNvPr>
          <p:cNvSpPr/>
          <p:nvPr/>
        </p:nvSpPr>
        <p:spPr>
          <a:xfrm>
            <a:off x="762000" y="594272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Azure Monitor + Application Insights</a:t>
            </a:r>
            <a:b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</a:b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Falhas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de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publicação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,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falhas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de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processamento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, performance e volume de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eventos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5397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3F8FE-2A67-BE20-CFD1-D35DF4C1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">
            <a:extLst>
              <a:ext uri="{FF2B5EF4-FFF2-40B4-BE49-F238E27FC236}">
                <a16:creationId xmlns:a16="http://schemas.microsoft.com/office/drawing/2014/main" id="{65A3263F-ACE3-D093-A890-54096D99B2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21301" y="1409700"/>
            <a:ext cx="11242138" cy="7962900"/>
          </a:xfrm>
          <a:prstGeom prst="rect">
            <a:avLst/>
          </a:prstGeom>
        </p:spPr>
      </p:pic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F0D46255-DFE7-E88A-5D88-F2EB0F1BADFB}"/>
              </a:ext>
            </a:extLst>
          </p:cNvPr>
          <p:cNvSpPr/>
          <p:nvPr/>
        </p:nvSpPr>
        <p:spPr>
          <a:xfrm>
            <a:off x="762000" y="3023477"/>
            <a:ext cx="8382000" cy="13208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Rastreabilidade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467DCB06-E902-23A9-DE3C-F39F91E0F7BC}"/>
              </a:ext>
            </a:extLst>
          </p:cNvPr>
          <p:cNvSpPr/>
          <p:nvPr/>
        </p:nvSpPr>
        <p:spPr>
          <a:xfrm>
            <a:off x="762000" y="594272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Importante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saber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onde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quando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cada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mensagem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passou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;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onde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falhou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;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porque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falhou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; e se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houve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retentativa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.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5716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75ED-D4BB-891F-5B29-9BCA7E25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">
            <a:extLst>
              <a:ext uri="{FF2B5EF4-FFF2-40B4-BE49-F238E27FC236}">
                <a16:creationId xmlns:a16="http://schemas.microsoft.com/office/drawing/2014/main" id="{E17C85DD-D3E4-8C0C-F6D8-A9140FE232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29450" y="2011247"/>
            <a:ext cx="11193796" cy="7674753"/>
          </a:xfrm>
          <a:prstGeom prst="rect">
            <a:avLst/>
          </a:prstGeom>
        </p:spPr>
      </p:pic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381390E5-2DFA-2E01-620C-6F7792513322}"/>
              </a:ext>
            </a:extLst>
          </p:cNvPr>
          <p:cNvSpPr/>
          <p:nvPr/>
        </p:nvSpPr>
        <p:spPr>
          <a:xfrm>
            <a:off x="762000" y="3023477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96" b="1" i="0" u="none" strike="noStrike" kern="1200" cap="none" spc="0" normalizeH="0" baseline="0" noProof="0" dirty="0" err="1">
                <a:ln>
                  <a:noFill/>
                </a:ln>
                <a:solidFill>
                  <a:srgbClr val="008EFF"/>
                </a:solidFill>
                <a:effectLst/>
                <a:uLnTx/>
                <a:uFillTx/>
                <a:latin typeface="Maven Pro Black" pitchFamily="2" charset="77"/>
                <a:ea typeface="+mn-ea"/>
                <a:cs typeface="Maven Pro Regular" pitchFamily="34" charset="-120"/>
              </a:rPr>
              <a:t>Métricas</a:t>
            </a:r>
            <a:endParaRPr kumimoji="0" lang="en-US" sz="869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1B0D7905-3656-2B11-4044-F957859DF88D}"/>
              </a:ext>
            </a:extLst>
          </p:cNvPr>
          <p:cNvSpPr/>
          <p:nvPr/>
        </p:nvSpPr>
        <p:spPr>
          <a:xfrm>
            <a:off x="762000" y="5942723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Crie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dashboards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que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contem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a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história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do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evento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– da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origem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ao</a:t>
            </a:r>
            <a:r>
              <a:rPr kumimoji="0" lang="en-US" sz="2552" b="0" i="1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 </a:t>
            </a:r>
            <a:r>
              <a:rPr kumimoji="0" lang="en-US" sz="2552" b="0" i="1" u="none" strike="noStrike" kern="1200" cap="none" spc="0" normalizeH="0" baseline="0" noProof="0" dirty="0" err="1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Black" pitchFamily="2" charset="77"/>
                <a:ea typeface="Inter Italic" pitchFamily="34" charset="-122"/>
                <a:cs typeface="Inter Italic" pitchFamily="34" charset="-120"/>
              </a:rPr>
              <a:t>consumidor</a:t>
            </a: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11868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2889A-62FB-4A89-9B04-AA457D97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B8815472-BCCD-4458-8516-7048850F3E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4C223F76-D07E-AA6A-937E-5935F6345430}"/>
              </a:ext>
            </a:extLst>
          </p:cNvPr>
          <p:cNvSpPr/>
          <p:nvPr/>
        </p:nvSpPr>
        <p:spPr>
          <a:xfrm>
            <a:off x="761999" y="3012893"/>
            <a:ext cx="15135226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1667"/>
              </a:lnSpc>
              <a:spcBef>
                <a:spcPts val="0"/>
              </a:spcBef>
              <a:spcAft>
                <a:spcPts val="1100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Modernizar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é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fazer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o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velho</a:t>
            </a:r>
            <a:r>
              <a:rPr kumimoji="0" lang="en-US" sz="1192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11927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reagir</a:t>
            </a:r>
            <a:endParaRPr kumimoji="0" lang="en-US" sz="11927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4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ECE043B1-D7A0-EF0A-AF2B-1931C9E49D9B}"/>
              </a:ext>
            </a:extLst>
          </p:cNvPr>
          <p:cNvSpPr/>
          <p:nvPr/>
        </p:nvSpPr>
        <p:spPr>
          <a:xfrm>
            <a:off x="9763126" y="4378853"/>
            <a:ext cx="7467600" cy="453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marR="0" lvl="0" indent="-4572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  <p:sp>
        <p:nvSpPr>
          <p:cNvPr id="7" name="O maior evento de tecnologia da Amrica Latina organizado por MVPs da Microsoft Somos uma comunidade apaixonada por tecnologia e acima de tudo por transformar vidas Nosso evento conecta especialistas entusiastas e lderes do setor com um objetivo em comum u">
            <a:extLst>
              <a:ext uri="{FF2B5EF4-FFF2-40B4-BE49-F238E27FC236}">
                <a16:creationId xmlns:a16="http://schemas.microsoft.com/office/drawing/2014/main" id="{EC21A89F-CEC7-0C2C-6076-F3598F6D5CC8}"/>
              </a:ext>
            </a:extLst>
          </p:cNvPr>
          <p:cNvSpPr/>
          <p:nvPr/>
        </p:nvSpPr>
        <p:spPr>
          <a:xfrm>
            <a:off x="822434" y="6895996"/>
            <a:ext cx="9567042" cy="271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473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O legado precisa falar. Quando não for possível, simule os eventos a partir de dados. Se preciso, dispare do SQL. </a:t>
            </a:r>
            <a:r>
              <a:rPr kumimoji="0" lang="pt-BR" sz="3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Black" pitchFamily="2" charset="77"/>
                <a:ea typeface="Inter" panose="02000503000000020004" pitchFamily="2" charset="0"/>
                <a:cs typeface="Maven Pro Bold" pitchFamily="34" charset="-120"/>
              </a:rPr>
              <a:t>Monitore tudo, sempre!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Inter" panose="02000503000000020004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5511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ip path group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58657" y="0"/>
            <a:ext cx="17929343" cy="5709372"/>
          </a:xfrm>
          <a:prstGeom prst="rect">
            <a:avLst/>
          </a:prstGeom>
        </p:spPr>
      </p:pic>
      <p:pic>
        <p:nvPicPr>
          <p:cNvPr id="3" name="Fram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0803" y="8971069"/>
            <a:ext cx="3629025" cy="647700"/>
          </a:xfrm>
          <a:prstGeom prst="rect">
            <a:avLst/>
          </a:prstGeom>
        </p:spPr>
      </p:pic>
      <p:pic>
        <p:nvPicPr>
          <p:cNvPr id="4" name="Fram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549378" y="8971069"/>
            <a:ext cx="3228975" cy="647700"/>
          </a:xfrm>
          <a:prstGeom prst="rect">
            <a:avLst/>
          </a:prstGeom>
        </p:spPr>
      </p:pic>
      <p:pic>
        <p:nvPicPr>
          <p:cNvPr id="5" name="Fram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87903" y="8971069"/>
            <a:ext cx="2943225" cy="647700"/>
          </a:xfrm>
          <a:prstGeom prst="rect">
            <a:avLst/>
          </a:prstGeom>
        </p:spPr>
      </p:pic>
      <p:pic>
        <p:nvPicPr>
          <p:cNvPr id="8" name="image 2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89731" y="126124"/>
            <a:ext cx="5786437" cy="10287000"/>
          </a:xfrm>
          <a:prstGeom prst="rect">
            <a:avLst/>
          </a:prstGeom>
        </p:spPr>
      </p:pic>
      <p:pic>
        <p:nvPicPr>
          <p:cNvPr id="9" name="Ellipse 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0" y="2886075"/>
            <a:ext cx="14706600" cy="7400925"/>
          </a:xfrm>
          <a:prstGeom prst="rect">
            <a:avLst/>
          </a:prstGeom>
        </p:spPr>
      </p:pic>
      <p:sp>
        <p:nvSpPr>
          <p:cNvPr id="10" name="contatomvpconfcombr"/>
          <p:cNvSpPr/>
          <p:nvPr/>
        </p:nvSpPr>
        <p:spPr>
          <a:xfrm>
            <a:off x="1339452" y="9123469"/>
            <a:ext cx="2924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lucas@massena.com.br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		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wwwmvpconfcombr"/>
          <p:cNvSpPr/>
          <p:nvPr/>
        </p:nvSpPr>
        <p:spPr>
          <a:xfrm>
            <a:off x="5178027" y="9123469"/>
            <a:ext cx="2600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www.massena.com.br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vpconf"/>
          <p:cNvSpPr/>
          <p:nvPr/>
        </p:nvSpPr>
        <p:spPr>
          <a:xfrm>
            <a:off x="9264253" y="9123469"/>
            <a:ext cx="1666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/ @lcmassena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CF469D-D604-CC48-61FB-708B58DCD568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54386"/>
            <a:ext cx="13411546" cy="657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1319</Words>
  <Application>Microsoft Office PowerPoint</Application>
  <PresentationFormat>Custom</PresentationFormat>
  <Paragraphs>242</Paragraphs>
  <Slides>44</Slides>
  <Notes>43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Maven Pro Black</vt:lpstr>
      <vt:lpstr>Aptos</vt:lpstr>
      <vt:lpstr>Calibri</vt:lpstr>
      <vt:lpstr>Maven Pro Medium</vt:lpstr>
      <vt:lpstr>Open Sans Semibold</vt:lpstr>
      <vt:lpstr>Maven Pro Regular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cp:lastModifiedBy>Lucas Massena</cp:lastModifiedBy>
  <cp:revision>16</cp:revision>
  <dcterms:created xsi:type="dcterms:W3CDTF">2025-05-13T22:34:59Z</dcterms:created>
  <dcterms:modified xsi:type="dcterms:W3CDTF">2026-05-16T11:10:16Z</dcterms:modified>
  <cp:category/>
</cp:coreProperties>
</file>